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notesSlides/notesSlide1.xml" ContentType="application/vnd.openxmlformats-officedocument.presentationml.notes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6AC3F7-067F-C348-A848-FDD6F53E5125}" v="26" dt="2025-02-24T16:42:19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chana Beny" userId="S::archana@sedintechnologies.com::289fbc0e-ad13-4ae0-b425-a6d2d615eeb0" providerId="AD" clId="Web-{E3952909-4413-D3CD-0177-30541E6E099D}"/>
    <pc:docChg chg="addSld delSld modSld sldOrd">
      <pc:chgData name="Archana Beny" userId="S::archana@sedintechnologies.com::289fbc0e-ad13-4ae0-b425-a6d2d615eeb0" providerId="AD" clId="Web-{E3952909-4413-D3CD-0177-30541E6E099D}" dt="2025-01-06T11:16:05.285" v="424"/>
      <pc:docMkLst>
        <pc:docMk/>
      </pc:docMkLst>
      <pc:sldChg chg="del">
        <pc:chgData name="Archana Beny" userId="S::archana@sedintechnologies.com::289fbc0e-ad13-4ae0-b425-a6d2d615eeb0" providerId="AD" clId="Web-{E3952909-4413-D3CD-0177-30541E6E099D}" dt="2025-01-06T08:25:38.982" v="1"/>
        <pc:sldMkLst>
          <pc:docMk/>
          <pc:sldMk cId="109857222" sldId="256"/>
        </pc:sldMkLst>
      </pc:sldChg>
      <pc:sldChg chg="addSp delSp modSp add ord modNotes">
        <pc:chgData name="Archana Beny" userId="S::archana@sedintechnologies.com::289fbc0e-ad13-4ae0-b425-a6d2d615eeb0" providerId="AD" clId="Web-{E3952909-4413-D3CD-0177-30541E6E099D}" dt="2025-01-06T11:10:45.764" v="423" actId="1076"/>
        <pc:sldMkLst>
          <pc:docMk/>
          <pc:sldMk cId="149034429" sldId="256"/>
        </pc:sldMkLst>
        <pc:spChg chg="add del mod">
          <ac:chgData name="Archana Beny" userId="S::archana@sedintechnologies.com::289fbc0e-ad13-4ae0-b425-a6d2d615eeb0" providerId="AD" clId="Web-{E3952909-4413-D3CD-0177-30541E6E099D}" dt="2025-01-06T08:45:56.009" v="77" actId="20577"/>
          <ac:spMkLst>
            <pc:docMk/>
            <pc:sldMk cId="149034429" sldId="256"/>
            <ac:spMk id="4" creationId="{11090396-DC87-3748-90EE-6165059A73C9}"/>
          </ac:spMkLst>
        </pc:spChg>
        <pc:spChg chg="mod">
          <ac:chgData name="Archana Beny" userId="S::archana@sedintechnologies.com::289fbc0e-ad13-4ae0-b425-a6d2d615eeb0" providerId="AD" clId="Web-{E3952909-4413-D3CD-0177-30541E6E099D}" dt="2025-01-06T08:33:35.273" v="24" actId="20577"/>
          <ac:spMkLst>
            <pc:docMk/>
            <pc:sldMk cId="149034429" sldId="256"/>
            <ac:spMk id="6" creationId="{481CD070-B8A4-FF37-1E49-40BAF8C0DCE4}"/>
          </ac:spMkLst>
        </pc:spChg>
        <pc:spChg chg="mod">
          <ac:chgData name="Archana Beny" userId="S::archana@sedintechnologies.com::289fbc0e-ad13-4ae0-b425-a6d2d615eeb0" providerId="AD" clId="Web-{E3952909-4413-D3CD-0177-30541E6E099D}" dt="2025-01-06T09:14:47.063" v="194" actId="20577"/>
          <ac:spMkLst>
            <pc:docMk/>
            <pc:sldMk cId="149034429" sldId="256"/>
            <ac:spMk id="7" creationId="{ADE6E1B1-3098-5B2C-A56F-FCA1FB5858DC}"/>
          </ac:spMkLst>
        </pc:spChg>
        <pc:spChg chg="mod">
          <ac:chgData name="Archana Beny" userId="S::archana@sedintechnologies.com::289fbc0e-ad13-4ae0-b425-a6d2d615eeb0" providerId="AD" clId="Web-{E3952909-4413-D3CD-0177-30541E6E099D}" dt="2025-01-06T08:57:51.618" v="126" actId="20577"/>
          <ac:spMkLst>
            <pc:docMk/>
            <pc:sldMk cId="149034429" sldId="256"/>
            <ac:spMk id="8" creationId="{DBF1499A-9807-EF2D-4B12-35BA5A5113F0}"/>
          </ac:spMkLst>
        </pc:spChg>
        <pc:spChg chg="mod">
          <ac:chgData name="Archana Beny" userId="S::archana@sedintechnologies.com::289fbc0e-ad13-4ae0-b425-a6d2d615eeb0" providerId="AD" clId="Web-{E3952909-4413-D3CD-0177-30541E6E099D}" dt="2025-01-06T10:22:21.283" v="338" actId="1076"/>
          <ac:spMkLst>
            <pc:docMk/>
            <pc:sldMk cId="149034429" sldId="256"/>
            <ac:spMk id="10" creationId="{C02CAD15-7B95-235D-C005-7F8EEFA930D3}"/>
          </ac:spMkLst>
        </pc:spChg>
        <pc:spChg chg="mod">
          <ac:chgData name="Archana Beny" userId="S::archana@sedintechnologies.com::289fbc0e-ad13-4ae0-b425-a6d2d615eeb0" providerId="AD" clId="Web-{E3952909-4413-D3CD-0177-30541E6E099D}" dt="2025-01-06T10:22:21.361" v="340" actId="1076"/>
          <ac:spMkLst>
            <pc:docMk/>
            <pc:sldMk cId="149034429" sldId="256"/>
            <ac:spMk id="13" creationId="{C3BC22C1-492D-CA2E-A335-7CB9E5342C38}"/>
          </ac:spMkLst>
        </pc:spChg>
        <pc:spChg chg="add mod">
          <ac:chgData name="Archana Beny" userId="S::archana@sedintechnologies.com::289fbc0e-ad13-4ae0-b425-a6d2d615eeb0" providerId="AD" clId="Web-{E3952909-4413-D3CD-0177-30541E6E099D}" dt="2025-01-06T11:01:15.177" v="391" actId="20577"/>
          <ac:spMkLst>
            <pc:docMk/>
            <pc:sldMk cId="149034429" sldId="256"/>
            <ac:spMk id="21" creationId="{BF21ABC2-A64D-5AB9-0F70-7A40D0B756B0}"/>
          </ac:spMkLst>
        </pc:spChg>
        <pc:spChg chg="add mod">
          <ac:chgData name="Archana Beny" userId="S::archana@sedintechnologies.com::289fbc0e-ad13-4ae0-b425-a6d2d615eeb0" providerId="AD" clId="Web-{E3952909-4413-D3CD-0177-30541E6E099D}" dt="2025-01-06T11:02:51.648" v="397" actId="20577"/>
          <ac:spMkLst>
            <pc:docMk/>
            <pc:sldMk cId="149034429" sldId="256"/>
            <ac:spMk id="23" creationId="{E3D6C2E2-44C7-8052-5C51-00B0191606EE}"/>
          </ac:spMkLst>
        </pc:spChg>
        <pc:spChg chg="add mod">
          <ac:chgData name="Archana Beny" userId="S::archana@sedintechnologies.com::289fbc0e-ad13-4ae0-b425-a6d2d615eeb0" providerId="AD" clId="Web-{E3952909-4413-D3CD-0177-30541E6E099D}" dt="2025-01-06T10:29:52.949" v="363" actId="20577"/>
          <ac:spMkLst>
            <pc:docMk/>
            <pc:sldMk cId="149034429" sldId="256"/>
            <ac:spMk id="26" creationId="{A5B024A3-E550-BC73-DCB4-166FFDE095DA}"/>
          </ac:spMkLst>
        </pc:spChg>
        <pc:grpChg chg="mod">
          <ac:chgData name="Archana Beny" userId="S::archana@sedintechnologies.com::289fbc0e-ad13-4ae0-b425-a6d2d615eeb0" providerId="AD" clId="Web-{E3952909-4413-D3CD-0177-30541E6E099D}" dt="2025-01-06T10:26:02.006" v="343" actId="1076"/>
          <ac:grpSpMkLst>
            <pc:docMk/>
            <pc:sldMk cId="149034429" sldId="256"/>
            <ac:grpSpMk id="22" creationId="{5BC4466B-D9FE-6AD9-B7E3-99E4D4A53E5A}"/>
          </ac:grpSpMkLst>
        </pc:grpChg>
        <pc:picChg chg="add mod">
          <ac:chgData name="Archana Beny" userId="S::archana@sedintechnologies.com::289fbc0e-ad13-4ae0-b425-a6d2d615eeb0" providerId="AD" clId="Web-{E3952909-4413-D3CD-0177-30541E6E099D}" dt="2025-01-06T11:05:12.619" v="418" actId="1076"/>
          <ac:picMkLst>
            <pc:docMk/>
            <pc:sldMk cId="149034429" sldId="256"/>
            <ac:picMk id="2" creationId="{0FB3E3D8-F682-B7D4-29D5-3D2B5C1D6D3E}"/>
          </ac:picMkLst>
        </pc:picChg>
        <pc:picChg chg="add mod">
          <ac:chgData name="Archana Beny" userId="S::archana@sedintechnologies.com::289fbc0e-ad13-4ae0-b425-a6d2d615eeb0" providerId="AD" clId="Web-{E3952909-4413-D3CD-0177-30541E6E099D}" dt="2025-01-06T11:10:45.764" v="423" actId="1076"/>
          <ac:picMkLst>
            <pc:docMk/>
            <pc:sldMk cId="149034429" sldId="256"/>
            <ac:picMk id="3" creationId="{997EE4BF-B367-4AE7-1D2C-972EA628BE86}"/>
          </ac:picMkLst>
        </pc:picChg>
        <pc:picChg chg="add mod">
          <ac:chgData name="Archana Beny" userId="S::archana@sedintechnologies.com::289fbc0e-ad13-4ae0-b425-a6d2d615eeb0" providerId="AD" clId="Web-{E3952909-4413-D3CD-0177-30541E6E099D}" dt="2025-01-06T09:06:27.692" v="150" actId="1076"/>
          <ac:picMkLst>
            <pc:docMk/>
            <pc:sldMk cId="149034429" sldId="256"/>
            <ac:picMk id="30" creationId="{A3C62CE5-0752-38C6-A54B-6895048AAF83}"/>
          </ac:picMkLst>
        </pc:picChg>
      </pc:sldChg>
      <pc:sldChg chg="addSp modSp add del">
        <pc:chgData name="Archana Beny" userId="S::archana@sedintechnologies.com::289fbc0e-ad13-4ae0-b425-a6d2d615eeb0" providerId="AD" clId="Web-{E3952909-4413-D3CD-0177-30541E6E099D}" dt="2025-01-06T11:16:05.285" v="424"/>
        <pc:sldMkLst>
          <pc:docMk/>
          <pc:sldMk cId="1085957804" sldId="467"/>
        </pc:sldMkLst>
      </pc:sldChg>
      <pc:sldMasterChg chg="addSldLayout">
        <pc:chgData name="Archana Beny" userId="S::archana@sedintechnologies.com::289fbc0e-ad13-4ae0-b425-a6d2d615eeb0" providerId="AD" clId="Web-{E3952909-4413-D3CD-0177-30541E6E099D}" dt="2025-01-06T08:25:36.966" v="0"/>
        <pc:sldMasterMkLst>
          <pc:docMk/>
          <pc:sldMasterMk cId="2460954070" sldId="2147483660"/>
        </pc:sldMasterMkLst>
        <pc:sldLayoutChg chg="add">
          <pc:chgData name="Archana Beny" userId="S::archana@sedintechnologies.com::289fbc0e-ad13-4ae0-b425-a6d2d615eeb0" providerId="AD" clId="Web-{E3952909-4413-D3CD-0177-30541E6E099D}" dt="2025-01-06T08:25:36.966" v="0"/>
          <pc:sldLayoutMkLst>
            <pc:docMk/>
            <pc:sldMasterMk cId="2460954070" sldId="2147483660"/>
            <pc:sldLayoutMk cId="24130523" sldId="2147483672"/>
          </pc:sldLayoutMkLst>
        </pc:sldLayoutChg>
      </pc:sldMasterChg>
    </pc:docChg>
  </pc:docChgLst>
  <pc:docChgLst>
    <pc:chgData name="Archana Beny" userId="S::archana@sedintechnologies.com::289fbc0e-ad13-4ae0-b425-a6d2d615eeb0" providerId="AD" clId="Web-{D476C833-7729-1EBB-273F-9F1A7C3D68C8}"/>
    <pc:docChg chg="modSld">
      <pc:chgData name="Archana Beny" userId="S::archana@sedintechnologies.com::289fbc0e-ad13-4ae0-b425-a6d2d615eeb0" providerId="AD" clId="Web-{D476C833-7729-1EBB-273F-9F1A7C3D68C8}" dt="2025-01-06T11:34:37.830" v="79" actId="20577"/>
      <pc:docMkLst>
        <pc:docMk/>
      </pc:docMkLst>
      <pc:sldChg chg="addSp delSp modSp">
        <pc:chgData name="Archana Beny" userId="S::archana@sedintechnologies.com::289fbc0e-ad13-4ae0-b425-a6d2d615eeb0" providerId="AD" clId="Web-{D476C833-7729-1EBB-273F-9F1A7C3D68C8}" dt="2025-01-06T11:34:37.830" v="79" actId="20577"/>
        <pc:sldMkLst>
          <pc:docMk/>
          <pc:sldMk cId="149034429" sldId="256"/>
        </pc:sldMkLst>
        <pc:spChg chg="mod">
          <ac:chgData name="Archana Beny" userId="S::archana@sedintechnologies.com::289fbc0e-ad13-4ae0-b425-a6d2d615eeb0" providerId="AD" clId="Web-{D476C833-7729-1EBB-273F-9F1A7C3D68C8}" dt="2025-01-06T11:31:31.483" v="21" actId="1076"/>
          <ac:spMkLst>
            <pc:docMk/>
            <pc:sldMk cId="149034429" sldId="256"/>
            <ac:spMk id="4" creationId="{11090396-DC87-3748-90EE-6165059A73C9}"/>
          </ac:spMkLst>
        </pc:spChg>
        <pc:spChg chg="mod">
          <ac:chgData name="Archana Beny" userId="S::archana@sedintechnologies.com::289fbc0e-ad13-4ae0-b425-a6d2d615eeb0" providerId="AD" clId="Web-{D476C833-7729-1EBB-273F-9F1A7C3D68C8}" dt="2025-01-06T11:30:46.983" v="11" actId="20577"/>
          <ac:spMkLst>
            <pc:docMk/>
            <pc:sldMk cId="149034429" sldId="256"/>
            <ac:spMk id="6" creationId="{481CD070-B8A4-FF37-1E49-40BAF8C0DCE4}"/>
          </ac:spMkLst>
        </pc:spChg>
        <pc:spChg chg="mod">
          <ac:chgData name="Archana Beny" userId="S::archana@sedintechnologies.com::289fbc0e-ad13-4ae0-b425-a6d2d615eeb0" providerId="AD" clId="Web-{D476C833-7729-1EBB-273F-9F1A7C3D68C8}" dt="2025-01-06T11:31:21.342" v="19" actId="1076"/>
          <ac:spMkLst>
            <pc:docMk/>
            <pc:sldMk cId="149034429" sldId="256"/>
            <ac:spMk id="14" creationId="{6EA55F98-F364-434D-B86B-7FC532D5BFB7}"/>
          </ac:spMkLst>
        </pc:spChg>
        <pc:spChg chg="mod">
          <ac:chgData name="Archana Beny" userId="S::archana@sedintechnologies.com::289fbc0e-ad13-4ae0-b425-a6d2d615eeb0" providerId="AD" clId="Web-{D476C833-7729-1EBB-273F-9F1A7C3D68C8}" dt="2025-01-06T11:34:37.830" v="79" actId="20577"/>
          <ac:spMkLst>
            <pc:docMk/>
            <pc:sldMk cId="149034429" sldId="256"/>
            <ac:spMk id="23" creationId="{E3D6C2E2-44C7-8052-5C51-00B0191606EE}"/>
          </ac:spMkLst>
        </pc:spChg>
        <pc:picChg chg="mod">
          <ac:chgData name="Archana Beny" userId="S::archana@sedintechnologies.com::289fbc0e-ad13-4ae0-b425-a6d2d615eeb0" providerId="AD" clId="Web-{D476C833-7729-1EBB-273F-9F1A7C3D68C8}" dt="2025-01-06T11:31:15.264" v="16" actId="1076"/>
          <ac:picMkLst>
            <pc:docMk/>
            <pc:sldMk cId="149034429" sldId="256"/>
            <ac:picMk id="2" creationId="{0FB3E3D8-F682-B7D4-29D5-3D2B5C1D6D3E}"/>
          </ac:picMkLst>
        </pc:picChg>
        <pc:picChg chg="mod">
          <ac:chgData name="Archana Beny" userId="S::archana@sedintechnologies.com::289fbc0e-ad13-4ae0-b425-a6d2d615eeb0" providerId="AD" clId="Web-{D476C833-7729-1EBB-273F-9F1A7C3D68C8}" dt="2025-01-06T11:31:15.296" v="17" actId="1076"/>
          <ac:picMkLst>
            <pc:docMk/>
            <pc:sldMk cId="149034429" sldId="256"/>
            <ac:picMk id="3" creationId="{997EE4BF-B367-4AE7-1D2C-972EA628BE86}"/>
          </ac:picMkLst>
        </pc:picChg>
        <pc:picChg chg="add mod">
          <ac:chgData name="Archana Beny" userId="S::archana@sedintechnologies.com::289fbc0e-ad13-4ae0-b425-a6d2d615eeb0" providerId="AD" clId="Web-{D476C833-7729-1EBB-273F-9F1A7C3D68C8}" dt="2025-01-06T11:31:23.858" v="20" actId="1076"/>
          <ac:picMkLst>
            <pc:docMk/>
            <pc:sldMk cId="149034429" sldId="256"/>
            <ac:picMk id="9" creationId="{B961E331-95DC-4854-F8C9-E727AB2862DA}"/>
          </ac:picMkLst>
        </pc:picChg>
        <pc:picChg chg="mod">
          <ac:chgData name="Archana Beny" userId="S::archana@sedintechnologies.com::289fbc0e-ad13-4ae0-b425-a6d2d615eeb0" providerId="AD" clId="Web-{D476C833-7729-1EBB-273F-9F1A7C3D68C8}" dt="2025-01-06T11:31:15.233" v="15" actId="1076"/>
          <ac:picMkLst>
            <pc:docMk/>
            <pc:sldMk cId="149034429" sldId="256"/>
            <ac:picMk id="30" creationId="{A3C62CE5-0752-38C6-A54B-6895048AAF83}"/>
          </ac:picMkLst>
        </pc:picChg>
      </pc:sldChg>
    </pc:docChg>
  </pc:docChgLst>
  <pc:docChgLst>
    <pc:chgData name="Venkat Sharma B M" userId="S::venkatsharma@sedintechnologies.com::421eef6c-a78d-4201-810e-874725247fa1" providerId="AD" clId="Web-{1246DF32-DF55-39F8-9867-00ADAE43C98E}"/>
    <pc:docChg chg="modSld">
      <pc:chgData name="Venkat Sharma B M" userId="S::venkatsharma@sedintechnologies.com::421eef6c-a78d-4201-810e-874725247fa1" providerId="AD" clId="Web-{1246DF32-DF55-39F8-9867-00ADAE43C98E}" dt="2025-02-07T06:34:30.708" v="68" actId="20577"/>
      <pc:docMkLst>
        <pc:docMk/>
      </pc:docMkLst>
      <pc:sldChg chg="addSp delSp modSp">
        <pc:chgData name="Venkat Sharma B M" userId="S::venkatsharma@sedintechnologies.com::421eef6c-a78d-4201-810e-874725247fa1" providerId="AD" clId="Web-{1246DF32-DF55-39F8-9867-00ADAE43C98E}" dt="2025-02-07T06:34:30.708" v="68" actId="20577"/>
        <pc:sldMkLst>
          <pc:docMk/>
          <pc:sldMk cId="149034429" sldId="256"/>
        </pc:sldMkLst>
        <pc:spChg chg="mod">
          <ac:chgData name="Venkat Sharma B M" userId="S::venkatsharma@sedintechnologies.com::421eef6c-a78d-4201-810e-874725247fa1" providerId="AD" clId="Web-{1246DF32-DF55-39F8-9867-00ADAE43C98E}" dt="2025-02-07T06:16:50.993" v="61" actId="20577"/>
          <ac:spMkLst>
            <pc:docMk/>
            <pc:sldMk cId="149034429" sldId="256"/>
            <ac:spMk id="4" creationId="{11090396-DC87-3748-90EE-6165059A73C9}"/>
          </ac:spMkLst>
        </pc:spChg>
        <pc:spChg chg="mod">
          <ac:chgData name="Venkat Sharma B M" userId="S::venkatsharma@sedintechnologies.com::421eef6c-a78d-4201-810e-874725247fa1" providerId="AD" clId="Web-{1246DF32-DF55-39F8-9867-00ADAE43C98E}" dt="2025-02-07T06:16:58.555" v="63" actId="20577"/>
          <ac:spMkLst>
            <pc:docMk/>
            <pc:sldMk cId="149034429" sldId="256"/>
            <ac:spMk id="6" creationId="{481CD070-B8A4-FF37-1E49-40BAF8C0DCE4}"/>
          </ac:spMkLst>
        </pc:spChg>
        <pc:spChg chg="mod topLvl">
          <ac:chgData name="Venkat Sharma B M" userId="S::venkatsharma@sedintechnologies.com::421eef6c-a78d-4201-810e-874725247fa1" providerId="AD" clId="Web-{1246DF32-DF55-39F8-9867-00ADAE43C98E}" dt="2025-02-07T06:15:40.711" v="51" actId="1076"/>
          <ac:spMkLst>
            <pc:docMk/>
            <pc:sldMk cId="149034429" sldId="256"/>
            <ac:spMk id="7" creationId="{ADE6E1B1-3098-5B2C-A56F-FCA1FB5858DC}"/>
          </ac:spMkLst>
        </pc:spChg>
        <pc:spChg chg="del topLvl">
          <ac:chgData name="Venkat Sharma B M" userId="S::venkatsharma@sedintechnologies.com::421eef6c-a78d-4201-810e-874725247fa1" providerId="AD" clId="Web-{1246DF32-DF55-39F8-9867-00ADAE43C98E}" dt="2025-02-07T06:04:03.154" v="3"/>
          <ac:spMkLst>
            <pc:docMk/>
            <pc:sldMk cId="149034429" sldId="256"/>
            <ac:spMk id="8" creationId="{DBF1499A-9807-EF2D-4B12-35BA5A5113F0}"/>
          </ac:spMkLst>
        </pc:spChg>
        <pc:spChg chg="mod">
          <ac:chgData name="Venkat Sharma B M" userId="S::venkatsharma@sedintechnologies.com::421eef6c-a78d-4201-810e-874725247fa1" providerId="AD" clId="Web-{1246DF32-DF55-39F8-9867-00ADAE43C98E}" dt="2025-02-07T06:15:16.710" v="49" actId="1076"/>
          <ac:spMkLst>
            <pc:docMk/>
            <pc:sldMk cId="149034429" sldId="256"/>
            <ac:spMk id="10" creationId="{C02CAD15-7B95-235D-C005-7F8EEFA930D3}"/>
          </ac:spMkLst>
        </pc:spChg>
        <pc:spChg chg="add del mod">
          <ac:chgData name="Venkat Sharma B M" userId="S::venkatsharma@sedintechnologies.com::421eef6c-a78d-4201-810e-874725247fa1" providerId="AD" clId="Web-{1246DF32-DF55-39F8-9867-00ADAE43C98E}" dt="2025-02-07T06:34:30.708" v="68" actId="20577"/>
          <ac:spMkLst>
            <pc:docMk/>
            <pc:sldMk cId="149034429" sldId="256"/>
            <ac:spMk id="11" creationId="{41E2D491-9F66-0D11-533F-9D058DEECA85}"/>
          </ac:spMkLst>
        </pc:spChg>
        <pc:spChg chg="mod">
          <ac:chgData name="Venkat Sharma B M" userId="S::venkatsharma@sedintechnologies.com::421eef6c-a78d-4201-810e-874725247fa1" providerId="AD" clId="Web-{1246DF32-DF55-39F8-9867-00ADAE43C98E}" dt="2025-02-07T06:14:20.085" v="38" actId="1076"/>
          <ac:spMkLst>
            <pc:docMk/>
            <pc:sldMk cId="149034429" sldId="256"/>
            <ac:spMk id="13" creationId="{C3BC22C1-492D-CA2E-A335-7CB9E5342C38}"/>
          </ac:spMkLst>
        </pc:spChg>
        <pc:spChg chg="mod">
          <ac:chgData name="Venkat Sharma B M" userId="S::venkatsharma@sedintechnologies.com::421eef6c-a78d-4201-810e-874725247fa1" providerId="AD" clId="Web-{1246DF32-DF55-39F8-9867-00ADAE43C98E}" dt="2025-02-07T06:16:23.211" v="56" actId="1076"/>
          <ac:spMkLst>
            <pc:docMk/>
            <pc:sldMk cId="149034429" sldId="256"/>
            <ac:spMk id="14" creationId="{6EA55F98-F364-434D-B86B-7FC532D5BFB7}"/>
          </ac:spMkLst>
        </pc:spChg>
        <pc:spChg chg="mod">
          <ac:chgData name="Venkat Sharma B M" userId="S::venkatsharma@sedintechnologies.com::421eef6c-a78d-4201-810e-874725247fa1" providerId="AD" clId="Web-{1246DF32-DF55-39F8-9867-00ADAE43C98E}" dt="2025-02-07T06:14:54.429" v="46" actId="1076"/>
          <ac:spMkLst>
            <pc:docMk/>
            <pc:sldMk cId="149034429" sldId="256"/>
            <ac:spMk id="21" creationId="{BF21ABC2-A64D-5AB9-0F70-7A40D0B756B0}"/>
          </ac:spMkLst>
        </pc:spChg>
        <pc:spChg chg="mod">
          <ac:chgData name="Venkat Sharma B M" userId="S::venkatsharma@sedintechnologies.com::421eef6c-a78d-4201-810e-874725247fa1" providerId="AD" clId="Web-{1246DF32-DF55-39F8-9867-00ADAE43C98E}" dt="2025-02-07T06:14:13.928" v="37" actId="1076"/>
          <ac:spMkLst>
            <pc:docMk/>
            <pc:sldMk cId="149034429" sldId="256"/>
            <ac:spMk id="23" creationId="{E3D6C2E2-44C7-8052-5C51-00B0191606EE}"/>
          </ac:spMkLst>
        </pc:spChg>
        <pc:spChg chg="mod">
          <ac:chgData name="Venkat Sharma B M" userId="S::venkatsharma@sedintechnologies.com::421eef6c-a78d-4201-810e-874725247fa1" providerId="AD" clId="Web-{1246DF32-DF55-39F8-9867-00ADAE43C98E}" dt="2025-02-07T06:15:32.382" v="50" actId="1076"/>
          <ac:spMkLst>
            <pc:docMk/>
            <pc:sldMk cId="149034429" sldId="256"/>
            <ac:spMk id="26" creationId="{A5B024A3-E550-BC73-DCB4-166FFDE095DA}"/>
          </ac:spMkLst>
        </pc:spChg>
        <pc:grpChg chg="del">
          <ac:chgData name="Venkat Sharma B M" userId="S::venkatsharma@sedintechnologies.com::421eef6c-a78d-4201-810e-874725247fa1" providerId="AD" clId="Web-{1246DF32-DF55-39F8-9867-00ADAE43C98E}" dt="2025-02-07T06:04:03.154" v="3"/>
          <ac:grpSpMkLst>
            <pc:docMk/>
            <pc:sldMk cId="149034429" sldId="256"/>
            <ac:grpSpMk id="22" creationId="{5BC4466B-D9FE-6AD9-B7E3-99E4D4A53E5A}"/>
          </ac:grpSpMkLst>
        </pc:grpChg>
        <pc:picChg chg="mod">
          <ac:chgData name="Venkat Sharma B M" userId="S::venkatsharma@sedintechnologies.com::421eef6c-a78d-4201-810e-874725247fa1" providerId="AD" clId="Web-{1246DF32-DF55-39F8-9867-00ADAE43C98E}" dt="2025-02-07T06:16:30.821" v="58" actId="1076"/>
          <ac:picMkLst>
            <pc:docMk/>
            <pc:sldMk cId="149034429" sldId="256"/>
            <ac:picMk id="2" creationId="{0FB3E3D8-F682-B7D4-29D5-3D2B5C1D6D3E}"/>
          </ac:picMkLst>
        </pc:picChg>
        <pc:picChg chg="mod">
          <ac:chgData name="Venkat Sharma B M" userId="S::venkatsharma@sedintechnologies.com::421eef6c-a78d-4201-810e-874725247fa1" providerId="AD" clId="Web-{1246DF32-DF55-39F8-9867-00ADAE43C98E}" dt="2025-02-07T06:16:35.024" v="59" actId="1076"/>
          <ac:picMkLst>
            <pc:docMk/>
            <pc:sldMk cId="149034429" sldId="256"/>
            <ac:picMk id="3" creationId="{997EE4BF-B367-4AE7-1D2C-972EA628BE86}"/>
          </ac:picMkLst>
        </pc:picChg>
        <pc:picChg chg="mod">
          <ac:chgData name="Venkat Sharma B M" userId="S::venkatsharma@sedintechnologies.com::421eef6c-a78d-4201-810e-874725247fa1" providerId="AD" clId="Web-{1246DF32-DF55-39F8-9867-00ADAE43C98E}" dt="2025-02-07T06:16:02.133" v="55" actId="1076"/>
          <ac:picMkLst>
            <pc:docMk/>
            <pc:sldMk cId="149034429" sldId="256"/>
            <ac:picMk id="9" creationId="{B961E331-95DC-4854-F8C9-E727AB2862DA}"/>
          </ac:picMkLst>
        </pc:picChg>
        <pc:picChg chg="mod">
          <ac:chgData name="Venkat Sharma B M" userId="S::venkatsharma@sedintechnologies.com::421eef6c-a78d-4201-810e-874725247fa1" providerId="AD" clId="Web-{1246DF32-DF55-39F8-9867-00ADAE43C98E}" dt="2025-02-07T06:16:28.774" v="57" actId="1076"/>
          <ac:picMkLst>
            <pc:docMk/>
            <pc:sldMk cId="149034429" sldId="256"/>
            <ac:picMk id="30" creationId="{A3C62CE5-0752-38C6-A54B-6895048AAF83}"/>
          </ac:picMkLst>
        </pc:picChg>
      </pc:sldChg>
    </pc:docChg>
  </pc:docChgLst>
  <pc:docChgLst>
    <pc:chgData name="Venkat Sharma B M" userId="S::venkatsharma@sedintechnologies.com::421eef6c-a78d-4201-810e-874725247fa1" providerId="AD" clId="Web-{8B1269BC-FE7A-2A24-DDF3-FE5B4104C842}"/>
    <pc:docChg chg="modSld">
      <pc:chgData name="Venkat Sharma B M" userId="S::venkatsharma@sedintechnologies.com::421eef6c-a78d-4201-810e-874725247fa1" providerId="AD" clId="Web-{8B1269BC-FE7A-2A24-DDF3-FE5B4104C842}" dt="2025-01-06T12:06:48.558" v="1" actId="1076"/>
      <pc:docMkLst>
        <pc:docMk/>
      </pc:docMkLst>
      <pc:sldChg chg="modSp">
        <pc:chgData name="Venkat Sharma B M" userId="S::venkatsharma@sedintechnologies.com::421eef6c-a78d-4201-810e-874725247fa1" providerId="AD" clId="Web-{8B1269BC-FE7A-2A24-DDF3-FE5B4104C842}" dt="2025-01-06T12:06:48.558" v="1" actId="1076"/>
        <pc:sldMkLst>
          <pc:docMk/>
          <pc:sldMk cId="149034429" sldId="256"/>
        </pc:sldMkLst>
        <pc:picChg chg="mod">
          <ac:chgData name="Venkat Sharma B M" userId="S::venkatsharma@sedintechnologies.com::421eef6c-a78d-4201-810e-874725247fa1" providerId="AD" clId="Web-{8B1269BC-FE7A-2A24-DDF3-FE5B4104C842}" dt="2025-01-06T12:06:48.558" v="1" actId="1076"/>
          <ac:picMkLst>
            <pc:docMk/>
            <pc:sldMk cId="149034429" sldId="256"/>
            <ac:picMk id="3" creationId="{997EE4BF-B367-4AE7-1D2C-972EA628BE86}"/>
          </ac:picMkLst>
        </pc:picChg>
      </pc:sldChg>
    </pc:docChg>
  </pc:docChgLst>
  <pc:docChgLst>
    <pc:chgData name="Archana Beny" userId="S::archana@sedintechnologies.com::289fbc0e-ad13-4ae0-b425-a6d2d615eeb0" providerId="AD" clId="Web-{416AC3F7-067F-C348-A848-FDD6F53E5125}"/>
    <pc:docChg chg="modSld">
      <pc:chgData name="Archana Beny" userId="S::archana@sedintechnologies.com::289fbc0e-ad13-4ae0-b425-a6d2d615eeb0" providerId="AD" clId="Web-{416AC3F7-067F-C348-A848-FDD6F53E5125}" dt="2025-02-24T16:42:14.312" v="11" actId="20577"/>
      <pc:docMkLst>
        <pc:docMk/>
      </pc:docMkLst>
      <pc:sldChg chg="modSp">
        <pc:chgData name="Archana Beny" userId="S::archana@sedintechnologies.com::289fbc0e-ad13-4ae0-b425-a6d2d615eeb0" providerId="AD" clId="Web-{416AC3F7-067F-C348-A848-FDD6F53E5125}" dt="2025-02-24T16:42:14.312" v="11" actId="20577"/>
        <pc:sldMkLst>
          <pc:docMk/>
          <pc:sldMk cId="149034429" sldId="256"/>
        </pc:sldMkLst>
        <pc:spChg chg="mod">
          <ac:chgData name="Archana Beny" userId="S::archana@sedintechnologies.com::289fbc0e-ad13-4ae0-b425-a6d2d615eeb0" providerId="AD" clId="Web-{416AC3F7-067F-C348-A848-FDD6F53E5125}" dt="2025-02-24T16:42:14.312" v="11" actId="20577"/>
          <ac:spMkLst>
            <pc:docMk/>
            <pc:sldMk cId="149034429" sldId="256"/>
            <ac:spMk id="6" creationId="{481CD070-B8A4-FF37-1E49-40BAF8C0DCE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50294A-EF8B-4EA6-BCC1-F88C618C0B35}" type="datetimeFigureOut">
              <a:t>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D77AC6-A397-4338-AEA0-ECD2B0BA070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78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/>
              <a:t>System Uptime:</a:t>
            </a:r>
            <a:r>
              <a:rPr lang="en-US"/>
              <a:t> Achieved over 98% system availability post-implementation.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Maintenance Efficiency:</a:t>
            </a:r>
            <a:r>
              <a:rPr lang="en-US"/>
              <a:t> Reduced corrective maintenance instances by 20% within the first six months.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Work Order Processing Time:</a:t>
            </a:r>
            <a:r>
              <a:rPr lang="en-US"/>
              <a:t> Decreased average work order completion time by 30%.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Data Accuracy:</a:t>
            </a:r>
            <a:r>
              <a:rPr lang="en-US"/>
              <a:t> Achieved over 95% accuracy in asset and location data with the KKS code upload.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Training Completion Rate:</a:t>
            </a:r>
            <a:r>
              <a:rPr lang="en-US"/>
              <a:t> 100% of end-users successfully completed the training program, ensuring smooth transition and operational effectiveness.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D77AC6-A397-4338-AEA0-ECD2B0BA070A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388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40800" y="6356351"/>
            <a:ext cx="2844800" cy="365125"/>
          </a:xfrm>
        </p:spPr>
        <p:txBody>
          <a:bodyPr/>
          <a:lstStyle/>
          <a:p>
            <a:fld id="{B1154343-E480-4E71-9E4A-1799B6B5F311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9" name="Text Placeholder 2"/>
          <p:cNvSpPr>
            <a:spLocks noGrp="1"/>
          </p:cNvSpPr>
          <p:nvPr>
            <p:ph idx="1" hasCustomPrompt="1"/>
          </p:nvPr>
        </p:nvSpPr>
        <p:spPr>
          <a:xfrm>
            <a:off x="304800" y="990601"/>
            <a:ext cx="117856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1600" y="-25400"/>
            <a:ext cx="10972800" cy="835325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8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13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6;p13">
            <a:extLst>
              <a:ext uri="{FF2B5EF4-FFF2-40B4-BE49-F238E27FC236}">
                <a16:creationId xmlns:a16="http://schemas.microsoft.com/office/drawing/2014/main" id="{11090396-DC87-3748-90EE-6165059A73C9}"/>
              </a:ext>
            </a:extLst>
          </p:cNvPr>
          <p:cNvSpPr txBox="1"/>
          <p:nvPr/>
        </p:nvSpPr>
        <p:spPr>
          <a:xfrm>
            <a:off x="320443" y="779235"/>
            <a:ext cx="1158985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dirty="0">
                <a:solidFill>
                  <a:srgbClr val="242424"/>
                </a:solidFill>
                <a:ea typeface="+mn-lt"/>
                <a:cs typeface="+mn-lt"/>
              </a:rPr>
              <a:t>Applying expertise in configuring Maximo for asset management, maintenance planning, KKS Code Integration, and ERP/DMS Interfaces integration </a:t>
            </a:r>
            <a:r>
              <a:rPr lang="en-US" sz="1200" dirty="0">
                <a:solidFill>
                  <a:srgbClr val="000000"/>
                </a:solidFill>
                <a:ea typeface="+mn-lt"/>
                <a:cs typeface="+mn-lt"/>
              </a:rPr>
              <a:t>in Uganda</a:t>
            </a:r>
            <a:endParaRPr lang="en-US" sz="1200" dirty="0"/>
          </a:p>
        </p:txBody>
      </p:sp>
      <p:pic>
        <p:nvPicPr>
          <p:cNvPr id="5" name="Google Shape;60;p13">
            <a:extLst>
              <a:ext uri="{FF2B5EF4-FFF2-40B4-BE49-F238E27FC236}">
                <a16:creationId xmlns:a16="http://schemas.microsoft.com/office/drawing/2014/main" id="{B570E4FD-4B0F-5469-3CBA-342995C358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63266" y="163262"/>
            <a:ext cx="1000718" cy="22078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9;p13">
            <a:extLst>
              <a:ext uri="{FF2B5EF4-FFF2-40B4-BE49-F238E27FC236}">
                <a16:creationId xmlns:a16="http://schemas.microsoft.com/office/drawing/2014/main" id="{481CD070-B8A4-FF37-1E49-40BAF8C0DCE4}"/>
              </a:ext>
            </a:extLst>
          </p:cNvPr>
          <p:cNvSpPr txBox="1"/>
          <p:nvPr/>
        </p:nvSpPr>
        <p:spPr>
          <a:xfrm>
            <a:off x="300390" y="337744"/>
            <a:ext cx="1038059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dirty="0">
                <a:latin typeface="+mj-lt"/>
                <a:ea typeface="Verdana"/>
              </a:rPr>
              <a:t>Uganda Government: Asset management implementation for a Hydro Power Plant (HPP) </a:t>
            </a:r>
            <a:endParaRPr lang="en-US" sz="2000" b="1" dirty="0">
              <a:latin typeface="Aptos Display"/>
              <a:ea typeface="Verdana"/>
            </a:endParaRPr>
          </a:p>
        </p:txBody>
      </p:sp>
      <p:sp>
        <p:nvSpPr>
          <p:cNvPr id="7" name="Google Shape;56;p13">
            <a:extLst>
              <a:ext uri="{FF2B5EF4-FFF2-40B4-BE49-F238E27FC236}">
                <a16:creationId xmlns:a16="http://schemas.microsoft.com/office/drawing/2014/main" id="{ADE6E1B1-3098-5B2C-A56F-FCA1FB5858DC}"/>
              </a:ext>
            </a:extLst>
          </p:cNvPr>
          <p:cNvSpPr txBox="1"/>
          <p:nvPr/>
        </p:nvSpPr>
        <p:spPr>
          <a:xfrm>
            <a:off x="7048334" y="2037562"/>
            <a:ext cx="3479760" cy="2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IN" sz="1400" b="1">
                <a:solidFill>
                  <a:schemeClr val="dk1"/>
                </a:solidFill>
                <a:latin typeface="+mj-lt"/>
                <a:ea typeface="Verdana"/>
                <a:cs typeface="Karla"/>
                <a:sym typeface="Verdana"/>
              </a:rPr>
              <a:t>Benefits</a:t>
            </a:r>
            <a:endParaRPr lang="en-IN" sz="1050">
              <a:solidFill>
                <a:schemeClr val="dk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2CAD15-7B95-235D-C005-7F8EEFA930D3}"/>
              </a:ext>
            </a:extLst>
          </p:cNvPr>
          <p:cNvSpPr txBox="1"/>
          <p:nvPr/>
        </p:nvSpPr>
        <p:spPr>
          <a:xfrm>
            <a:off x="216553" y="2041640"/>
            <a:ext cx="958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1400" b="1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Challenge</a:t>
            </a:r>
            <a:endParaRPr lang="en-IN" sz="140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BC22C1-492D-CA2E-A335-7CB9E5342C38}"/>
              </a:ext>
            </a:extLst>
          </p:cNvPr>
          <p:cNvSpPr txBox="1"/>
          <p:nvPr/>
        </p:nvSpPr>
        <p:spPr>
          <a:xfrm>
            <a:off x="222262" y="3477125"/>
            <a:ext cx="856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Solution </a:t>
            </a:r>
            <a:endParaRPr lang="en-IN" sz="1400">
              <a:solidFill>
                <a:schemeClr val="dk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A55F98-F364-434D-B86B-7FC532D5BFB7}"/>
              </a:ext>
            </a:extLst>
          </p:cNvPr>
          <p:cNvSpPr txBox="1"/>
          <p:nvPr/>
        </p:nvSpPr>
        <p:spPr>
          <a:xfrm>
            <a:off x="262812" y="5464422"/>
            <a:ext cx="1183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Technologies</a:t>
            </a:r>
            <a:endParaRPr lang="en-IN" sz="1400">
              <a:solidFill>
                <a:schemeClr val="dk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1" name="Google Shape;56;p13">
            <a:extLst>
              <a:ext uri="{FF2B5EF4-FFF2-40B4-BE49-F238E27FC236}">
                <a16:creationId xmlns:a16="http://schemas.microsoft.com/office/drawing/2014/main" id="{BF21ABC2-A64D-5AB9-0F70-7A40D0B756B0}"/>
              </a:ext>
            </a:extLst>
          </p:cNvPr>
          <p:cNvSpPr txBox="1"/>
          <p:nvPr/>
        </p:nvSpPr>
        <p:spPr>
          <a:xfrm>
            <a:off x="316734" y="2365177"/>
            <a:ext cx="57367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 algn="just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Regulatory challenges in managing permit and risk assessment workflows efficiently.</a:t>
            </a:r>
            <a:endParaRPr lang="en-US" sz="1200" dirty="0">
              <a:ea typeface="+mn-lt"/>
              <a:cs typeface="+mn-lt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Poor internet connectivity hindered data synchronization and cloud access.</a:t>
            </a:r>
            <a:endParaRPr lang="en-US"/>
          </a:p>
          <a:p>
            <a:pPr marL="171450" indent="-171450" algn="just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Need for extensive customization and automation to align with plant operations.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D6C2E2-44C7-8052-5C51-00B0191606EE}"/>
              </a:ext>
            </a:extLst>
          </p:cNvPr>
          <p:cNvSpPr txBox="1"/>
          <p:nvPr/>
        </p:nvSpPr>
        <p:spPr>
          <a:xfrm>
            <a:off x="219242" y="3777582"/>
            <a:ext cx="6045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Deployed IBM Maximo for efficient asset management, maintenance, and workflows.</a:t>
            </a:r>
            <a:endParaRPr lang="en-US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Integrated Maximo Scheduler to optimize maintenance and boost reliability.</a:t>
            </a:r>
            <a:endParaRPr lang="en-US" dirty="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Implemented structured KKS code uploads for seamless asset identification.</a:t>
            </a:r>
            <a:endParaRPr lang="en-US" dirty="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Integrated with MS Dynamics (ERP) and OpenText Documentum (DMS) for smooth data and document management.</a:t>
            </a:r>
            <a:endParaRPr lang="en-US" dirty="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Digitized calibration processes and streamlined field work requests with EAM360.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B024A3-E550-BC73-DCB4-166FFDE095DA}"/>
              </a:ext>
            </a:extLst>
          </p:cNvPr>
          <p:cNvSpPr txBox="1"/>
          <p:nvPr/>
        </p:nvSpPr>
        <p:spPr>
          <a:xfrm>
            <a:off x="7045492" y="2270293"/>
            <a:ext cx="503053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buFont typeface="Arial"/>
              <a:buChar char="•"/>
            </a:pPr>
            <a:r>
              <a:rPr lang="en-IN" sz="1200">
                <a:solidFill>
                  <a:srgbClr val="1D1C1D"/>
                </a:solidFill>
                <a:ea typeface="+mn-lt"/>
                <a:cs typeface="+mn-lt"/>
              </a:rPr>
              <a:t>Digitized manual systems, cutting delays and streamlining operations.</a:t>
            </a:r>
            <a:endParaRPr lang="en-US" sz="1200">
              <a:ea typeface="+mn-lt"/>
              <a:cs typeface="+mn-lt"/>
            </a:endParaRPr>
          </a:p>
          <a:p>
            <a:pPr marL="171450" indent="-171450" algn="just">
              <a:buFont typeface="Arial"/>
              <a:buChar char="•"/>
            </a:pPr>
            <a:r>
              <a:rPr lang="en-IN" sz="1200">
                <a:solidFill>
                  <a:srgbClr val="1D1C1D"/>
                </a:solidFill>
                <a:ea typeface="+mn-lt"/>
                <a:cs typeface="+mn-lt"/>
              </a:rPr>
              <a:t>Boosted uptime and reduced breakdowns with preventive maintenance.</a:t>
            </a:r>
            <a:endParaRPr lang="en-IN" sz="1200">
              <a:ea typeface="+mn-lt"/>
              <a:cs typeface="+mn-lt"/>
            </a:endParaRPr>
          </a:p>
          <a:p>
            <a:pPr marL="171450" indent="-171450" algn="just">
              <a:buFont typeface="Arial"/>
              <a:buChar char="•"/>
            </a:pPr>
            <a:r>
              <a:rPr lang="en-IN" sz="1200">
                <a:solidFill>
                  <a:srgbClr val="1D1C1D"/>
                </a:solidFill>
                <a:ea typeface="+mn-lt"/>
                <a:cs typeface="+mn-lt"/>
              </a:rPr>
              <a:t>Enabled mobile work requests, improving responsiveness and resolution times.</a:t>
            </a:r>
            <a:endParaRPr lang="en-IN" sz="1200">
              <a:ea typeface="+mn-lt"/>
              <a:cs typeface="+mn-lt"/>
            </a:endParaRPr>
          </a:p>
          <a:p>
            <a:pPr marL="171450" indent="-171450" algn="just">
              <a:buFont typeface="Arial"/>
              <a:buChar char="•"/>
            </a:pPr>
            <a:r>
              <a:rPr lang="en-IN" sz="1200">
                <a:solidFill>
                  <a:srgbClr val="1D1C1D"/>
                </a:solidFill>
                <a:ea typeface="+mn-lt"/>
                <a:cs typeface="+mn-lt"/>
              </a:rPr>
              <a:t>Leveraged MTTR and MTBF for continuous improvement.</a:t>
            </a:r>
            <a:endParaRPr lang="en-IN" sz="1200">
              <a:ea typeface="+mn-lt"/>
              <a:cs typeface="+mn-lt"/>
            </a:endParaRPr>
          </a:p>
        </p:txBody>
      </p:sp>
      <p:pic>
        <p:nvPicPr>
          <p:cNvPr id="30" name="Picture 29" descr="A blue and black logo&#10;&#10;Description automatically generated">
            <a:extLst>
              <a:ext uri="{FF2B5EF4-FFF2-40B4-BE49-F238E27FC236}">
                <a16:creationId xmlns:a16="http://schemas.microsoft.com/office/drawing/2014/main" id="{A3C62CE5-0752-38C6-A54B-6895048AA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35" y="5812714"/>
            <a:ext cx="1014087" cy="647700"/>
          </a:xfrm>
          <a:prstGeom prst="rect">
            <a:avLst/>
          </a:prstGeom>
        </p:spPr>
      </p:pic>
      <p:pic>
        <p:nvPicPr>
          <p:cNvPr id="2" name="Picture 1" descr="A blue square with white text&#10;&#10;Description automatically generated">
            <a:extLst>
              <a:ext uri="{FF2B5EF4-FFF2-40B4-BE49-F238E27FC236}">
                <a16:creationId xmlns:a16="http://schemas.microsoft.com/office/drawing/2014/main" id="{0FB3E3D8-F682-B7D4-29D5-3D2B5C1D6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993" y="5923254"/>
            <a:ext cx="542925" cy="466725"/>
          </a:xfrm>
          <a:prstGeom prst="rect">
            <a:avLst/>
          </a:prstGeom>
        </p:spPr>
      </p:pic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997EE4BF-B367-4AE7-1D2C-972EA628BE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0996" y="5891702"/>
            <a:ext cx="1790700" cy="482600"/>
          </a:xfrm>
          <a:prstGeom prst="rect">
            <a:avLst/>
          </a:prstGeom>
        </p:spPr>
      </p:pic>
      <p:pic>
        <p:nvPicPr>
          <p:cNvPr id="9" name="Picture 8" descr="A diagram of a power plant&#10;&#10;Description automatically generated">
            <a:extLst>
              <a:ext uri="{FF2B5EF4-FFF2-40B4-BE49-F238E27FC236}">
                <a16:creationId xmlns:a16="http://schemas.microsoft.com/office/drawing/2014/main" id="{B961E331-95DC-4854-F8C9-E727AB2862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8045" y="3771697"/>
            <a:ext cx="3841453" cy="28214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Google Shape;56;p13">
            <a:extLst>
              <a:ext uri="{FF2B5EF4-FFF2-40B4-BE49-F238E27FC236}">
                <a16:creationId xmlns:a16="http://schemas.microsoft.com/office/drawing/2014/main" id="{41E2D491-9F66-0D11-533F-9D058DEECA85}"/>
              </a:ext>
            </a:extLst>
          </p:cNvPr>
          <p:cNvSpPr txBox="1"/>
          <p:nvPr/>
        </p:nvSpPr>
        <p:spPr>
          <a:xfrm>
            <a:off x="320443" y="1190313"/>
            <a:ext cx="1158985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ea typeface="+mn-lt"/>
                <a:cs typeface="+mn-lt"/>
              </a:rPr>
              <a:t>Sedin partnered with the Uganda government for workshops and real-time prototyping, ensuring tailored solutions and smooth adoption with continuous support.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34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BCC78793E79247A15D46A87E89F81B" ma:contentTypeVersion="16" ma:contentTypeDescription="Create a new document." ma:contentTypeScope="" ma:versionID="d142e8506837d0bae9c652f8d6ba7925">
  <xsd:schema xmlns:xsd="http://www.w3.org/2001/XMLSchema" xmlns:xs="http://www.w3.org/2001/XMLSchema" xmlns:p="http://schemas.microsoft.com/office/2006/metadata/properties" xmlns:ns1="http://schemas.microsoft.com/sharepoint/v3" xmlns:ns2="713a8f55-23a8-4f23-a9ea-510bc0cd49cc" targetNamespace="http://schemas.microsoft.com/office/2006/metadata/properties" ma:root="true" ma:fieldsID="ff88f66d146a897bf82702f48a5cefbe" ns1:_="" ns2:_="">
    <xsd:import namespace="http://schemas.microsoft.com/sharepoint/v3"/>
    <xsd:import namespace="713a8f55-23a8-4f23-a9ea-510bc0cd49cc"/>
    <xsd:element name="properties">
      <xsd:complexType>
        <xsd:sequence>
          <xsd:element name="documentManagement">
            <xsd:complexType>
              <xsd:all>
                <xsd:element ref="ns2:BU" minOccurs="0"/>
                <xsd:element ref="ns2:Service" minOccurs="0"/>
                <xsd:element ref="ns2:Domain" minOccurs="0"/>
                <xsd:element ref="ns2:Technology" minOccurs="0"/>
                <xsd:element ref="ns2:DocumentType" minOccurs="0"/>
                <xsd:element ref="ns2:DocumentDate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Key_x0020_Point" minOccurs="0"/>
                <xsd:element ref="ns2:Industry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20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21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a8f55-23a8-4f23-a9ea-510bc0cd49cc" elementFormDefault="qualified">
    <xsd:import namespace="http://schemas.microsoft.com/office/2006/documentManagement/types"/>
    <xsd:import namespace="http://schemas.microsoft.com/office/infopath/2007/PartnerControls"/>
    <xsd:element name="BU" ma:index="2" nillable="true" ma:displayName="BU" ma:description="Business Unit" ma:format="Dropdown" ma:list="af30c16a-7230-475d-a986-f5b3922b8bdb" ma:internalName="BU" ma:readOnly="false" ma:showField="BUMaster">
      <xsd:simpleType>
        <xsd:restriction base="dms:Lookup"/>
      </xsd:simpleType>
    </xsd:element>
    <xsd:element name="Service" ma:index="3" nillable="true" ma:displayName="Service" ma:format="Dropdown" ma:list="af30c16a-7230-475d-a986-f5b3922b8bdb" ma:internalName="Service" ma:readOnly="false" ma:showField="Services">
      <xsd:simpleType>
        <xsd:restriction base="dms:Lookup"/>
      </xsd:simpleType>
    </xsd:element>
    <xsd:element name="Domain" ma:index="4" nillable="true" ma:displayName="Domain" ma:format="Dropdown" ma:list="af30c16a-7230-475d-a986-f5b3922b8bdb" ma:internalName="Domain" ma:readOnly="false" ma:showField="Domains">
      <xsd:simpleType>
        <xsd:restriction base="dms:Lookup"/>
      </xsd:simpleType>
    </xsd:element>
    <xsd:element name="Technology" ma:index="5" nillable="true" ma:displayName="Technology" ma:format="Dropdown" ma:list="af30c16a-7230-475d-a986-f5b3922b8bdb" ma:internalName="Technology" ma:readOnly="false" ma:showField="Technology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DocumentType" ma:index="6" nillable="true" ma:displayName="Document Type" ma:format="Dropdown" ma:list="af30c16a-7230-475d-a986-f5b3922b8bdb" ma:internalName="DocumentType" ma:readOnly="false" ma:showField="DocumentType">
      <xsd:simpleType>
        <xsd:restriction base="dms:Lookup"/>
      </xsd:simpleType>
    </xsd:element>
    <xsd:element name="DocumentDate" ma:index="13" nillable="true" ma:displayName="Document Date" ma:format="DateOnly" ma:internalName="DocumentDate">
      <xsd:simpleType>
        <xsd:restriction base="dms:DateTime"/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Key_x0020_Point" ma:index="18" nillable="true" ma:displayName="Key Point" ma:description="Use this column to enter unique talking points for case" ma:internalName="Key_x0020_Point">
      <xsd:simpleType>
        <xsd:restriction base="dms:Note">
          <xsd:maxLength value="255"/>
        </xsd:restriction>
      </xsd:simpleType>
    </xsd:element>
    <xsd:element name="Industry" ma:index="19" nillable="true" ma:displayName="Industry" ma:format="Dropdown" ma:list="af30c16a-7230-475d-a986-f5b3922b8bdb" ma:internalName="Industry" ma:showField="Industry">
      <xsd:simpleType>
        <xsd:restriction base="dms:Lookup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Customer Nam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rvice xmlns="713a8f55-23a8-4f23-a9ea-510bc0cd49cc" xsi:nil="true"/>
    <BU xmlns="713a8f55-23a8-4f23-a9ea-510bc0cd49cc">4</BU>
    <Key_x0020_Point xmlns="713a8f55-23a8-4f23-a9ea-510bc0cd49cc" xsi:nil="true"/>
    <Domain xmlns="713a8f55-23a8-4f23-a9ea-510bc0cd49cc">13</Domain>
    <DocumentType xmlns="713a8f55-23a8-4f23-a9ea-510bc0cd49cc">1</DocumentType>
    <DocumentDate xmlns="713a8f55-23a8-4f23-a9ea-510bc0cd49cc" xsi:nil="true"/>
    <Industry xmlns="713a8f55-23a8-4f23-a9ea-510bc0cd49cc">4</Industry>
    <Technology xmlns="713a8f55-23a8-4f23-a9ea-510bc0cd49cc">
      <Value>37</Value>
      <Value>97</Value>
    </Technology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3086BEFB-0B95-4726-A67F-2CEF8667A671}"/>
</file>

<file path=customXml/itemProps2.xml><?xml version="1.0" encoding="utf-8"?>
<ds:datastoreItem xmlns:ds="http://schemas.openxmlformats.org/officeDocument/2006/customXml" ds:itemID="{6EA6FC37-02EF-46D5-8E3B-FB70A951EE69}"/>
</file>

<file path=customXml/itemProps3.xml><?xml version="1.0" encoding="utf-8"?>
<ds:datastoreItem xmlns:ds="http://schemas.openxmlformats.org/officeDocument/2006/customXml" ds:itemID="{1E7716CF-BC55-4F02-879F-095AABE73B93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50</cp:revision>
  <dcterms:created xsi:type="dcterms:W3CDTF">2025-01-06T08:25:32Z</dcterms:created>
  <dcterms:modified xsi:type="dcterms:W3CDTF">2025-02-24T16:42:23Z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0x010100C8BCC78793E79247A15D46A87E89F81B</vt:lpwstr>
  </property>
</Properties>
</file>