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99259-FF4A-693C-FCB7-DF86EB8EA060}" v="120" dt="2025-02-25T07:17:04.937"/>
    <p1510:client id="{E075CFDC-C9C5-A1E3-79E6-F08B9EB2EB64}" v="24" dt="2025-02-25T05:37:3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Beny" userId="S::archana@sedintechnologies.com::289fbc0e-ad13-4ae0-b425-a6d2d615eeb0" providerId="AD" clId="Web-{23146142-E1DE-B011-157B-75D02A394BF0}"/>
    <pc:docChg chg="addSld delSld modSld">
      <pc:chgData name="Archana Beny" userId="S::archana@sedintechnologies.com::289fbc0e-ad13-4ae0-b425-a6d2d615eeb0" providerId="AD" clId="Web-{23146142-E1DE-B011-157B-75D02A394BF0}" dt="2025-01-07T14:19:32.769" v="357" actId="20577"/>
      <pc:docMkLst>
        <pc:docMk/>
      </pc:docMkLst>
      <pc:sldChg chg="addSp delSp modSp">
        <pc:chgData name="Archana Beny" userId="S::archana@sedintechnologies.com::289fbc0e-ad13-4ae0-b425-a6d2d615eeb0" providerId="AD" clId="Web-{23146142-E1DE-B011-157B-75D02A394BF0}" dt="2025-01-07T14:19:32.769" v="357" actId="20577"/>
        <pc:sldMkLst>
          <pc:docMk/>
          <pc:sldMk cId="3255710592" sldId="256"/>
        </pc:sldMkLst>
        <pc:spChg chg="add mod">
          <ac:chgData name="Archana Beny" userId="S::archana@sedintechnologies.com::289fbc0e-ad13-4ae0-b425-a6d2d615eeb0" providerId="AD" clId="Web-{23146142-E1DE-B011-157B-75D02A394BF0}" dt="2025-01-07T13:51:59.583" v="102" actId="20577"/>
          <ac:spMkLst>
            <pc:docMk/>
            <pc:sldMk cId="3255710592" sldId="256"/>
            <ac:spMk id="3" creationId="{60E49963-8B59-86F4-B884-768A9A9E43A7}"/>
          </ac:spMkLst>
        </pc:spChg>
        <pc:spChg chg="add mod">
          <ac:chgData name="Archana Beny" userId="S::archana@sedintechnologies.com::289fbc0e-ad13-4ae0-b425-a6d2d615eeb0" providerId="AD" clId="Web-{23146142-E1DE-B011-157B-75D02A394BF0}" dt="2025-01-07T14:11:50.808" v="258" actId="20577"/>
          <ac:spMkLst>
            <pc:docMk/>
            <pc:sldMk cId="3255710592" sldId="256"/>
            <ac:spMk id="5" creationId="{B3AE38E3-D48D-9308-BF78-276B82BA0E27}"/>
          </ac:spMkLst>
        </pc:spChg>
        <pc:spChg chg="add mod">
          <ac:chgData name="Archana Beny" userId="S::archana@sedintechnologies.com::289fbc0e-ad13-4ae0-b425-a6d2d615eeb0" providerId="AD" clId="Web-{23146142-E1DE-B011-157B-75D02A394BF0}" dt="2025-01-07T14:19:32.769" v="357" actId="20577"/>
          <ac:spMkLst>
            <pc:docMk/>
            <pc:sldMk cId="3255710592" sldId="256"/>
            <ac:spMk id="6" creationId="{F0003FC2-8611-C4AF-C085-54D5E8EAA97F}"/>
          </ac:spMkLst>
        </pc:spChg>
        <pc:spChg chg="add mod">
          <ac:chgData name="Archana Beny" userId="S::archana@sedintechnologies.com::289fbc0e-ad13-4ae0-b425-a6d2d615eeb0" providerId="AD" clId="Web-{23146142-E1DE-B011-157B-75D02A394BF0}" dt="2025-01-07T14:17:32.986" v="297" actId="20577"/>
          <ac:spMkLst>
            <pc:docMk/>
            <pc:sldMk cId="3255710592" sldId="256"/>
            <ac:spMk id="7" creationId="{DFD0564A-BE23-38DD-F8EA-BE81B01131EE}"/>
          </ac:spMkLst>
        </pc:spChg>
        <pc:spChg chg="mod">
          <ac:chgData name="Archana Beny" userId="S::archana@sedintechnologies.com::289fbc0e-ad13-4ae0-b425-a6d2d615eeb0" providerId="AD" clId="Web-{23146142-E1DE-B011-157B-75D02A394BF0}" dt="2025-01-07T14:11:11.651" v="253" actId="20577"/>
          <ac:spMkLst>
            <pc:docMk/>
            <pc:sldMk cId="3255710592" sldId="256"/>
            <ac:spMk id="19" creationId="{92C728D7-1375-1004-3F29-795359E92B2C}"/>
          </ac:spMkLst>
        </pc:spChg>
        <pc:spChg chg="mod">
          <ac:chgData name="Archana Beny" userId="S::archana@sedintechnologies.com::289fbc0e-ad13-4ae0-b425-a6d2d615eeb0" providerId="AD" clId="Web-{23146142-E1DE-B011-157B-75D02A394BF0}" dt="2025-01-07T14:14:23.936" v="293" actId="1076"/>
          <ac:spMkLst>
            <pc:docMk/>
            <pc:sldMk cId="3255710592" sldId="256"/>
            <ac:spMk id="22" creationId="{38343F25-A974-B24D-7B99-37A98B3CE70E}"/>
          </ac:spMkLst>
        </pc:spChg>
        <pc:spChg chg="mod">
          <ac:chgData name="Archana Beny" userId="S::archana@sedintechnologies.com::289fbc0e-ad13-4ae0-b425-a6d2d615eeb0" providerId="AD" clId="Web-{23146142-E1DE-B011-157B-75D02A394BF0}" dt="2025-01-07T13:47:54.750" v="15" actId="1076"/>
          <ac:spMkLst>
            <pc:docMk/>
            <pc:sldMk cId="3255710592" sldId="256"/>
            <ac:spMk id="23" creationId="{6D6A85C4-019A-0E7C-6A7D-EB9D9C6C0D7C}"/>
          </ac:spMkLst>
        </pc:spChg>
        <pc:spChg chg="mod">
          <ac:chgData name="Archana Beny" userId="S::archana@sedintechnologies.com::289fbc0e-ad13-4ae0-b425-a6d2d615eeb0" providerId="AD" clId="Web-{23146142-E1DE-B011-157B-75D02A394BF0}" dt="2025-01-07T14:10:46.525" v="242" actId="1076"/>
          <ac:spMkLst>
            <pc:docMk/>
            <pc:sldMk cId="3255710592" sldId="256"/>
            <ac:spMk id="40" creationId="{3BCCEE9C-1E19-D8B6-C787-D9F98CA8FC4A}"/>
          </ac:spMkLst>
        </pc:spChg>
        <pc:spChg chg="mod">
          <ac:chgData name="Archana Beny" userId="S::archana@sedintechnologies.com::289fbc0e-ad13-4ae0-b425-a6d2d615eeb0" providerId="AD" clId="Web-{23146142-E1DE-B011-157B-75D02A394BF0}" dt="2025-01-07T14:10:52.104" v="244" actId="1076"/>
          <ac:spMkLst>
            <pc:docMk/>
            <pc:sldMk cId="3255710592" sldId="256"/>
            <ac:spMk id="54" creationId="{A353C0EA-AC8E-09F2-5AEE-0F644E85FF1F}"/>
          </ac:spMkLst>
        </pc:spChg>
        <pc:picChg chg="add mod">
          <ac:chgData name="Archana Beny" userId="S::archana@sedintechnologies.com::289fbc0e-ad13-4ae0-b425-a6d2d615eeb0" providerId="AD" clId="Web-{23146142-E1DE-B011-157B-75D02A394BF0}" dt="2025-01-07T14:18:21.784" v="299" actId="1076"/>
          <ac:picMkLst>
            <pc:docMk/>
            <pc:sldMk cId="3255710592" sldId="256"/>
            <ac:picMk id="9" creationId="{D635862F-52FC-BAF5-7625-6C1F8C185BA6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190" v="320" actId="1076"/>
          <ac:picMkLst>
            <pc:docMk/>
            <pc:sldMk cId="3255710592" sldId="256"/>
            <ac:picMk id="13" creationId="{AC50158F-A78D-419B-1C48-76EB9EAFEE9A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206" v="321" actId="1076"/>
          <ac:picMkLst>
            <pc:docMk/>
            <pc:sldMk cId="3255710592" sldId="256"/>
            <ac:picMk id="15" creationId="{1D12DC75-5849-14B1-76DE-6D9681D75E24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237" v="322" actId="1076"/>
          <ac:picMkLst>
            <pc:docMk/>
            <pc:sldMk cId="3255710592" sldId="256"/>
            <ac:picMk id="18" creationId="{4B6C1EC6-615D-9FAF-E4CD-2AF1B137FC74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284" v="324" actId="1076"/>
          <ac:picMkLst>
            <pc:docMk/>
            <pc:sldMk cId="3255710592" sldId="256"/>
            <ac:picMk id="28" creationId="{ABF4A15A-5477-4A4F-3A42-4550039225B7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300" v="325" actId="1076"/>
          <ac:picMkLst>
            <pc:docMk/>
            <pc:sldMk cId="3255710592" sldId="256"/>
            <ac:picMk id="30" creationId="{9C9D1A0F-72E9-19D0-70BB-7861C4538101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331" v="326" actId="1076"/>
          <ac:picMkLst>
            <pc:docMk/>
            <pc:sldMk cId="3255710592" sldId="256"/>
            <ac:picMk id="32" creationId="{C76A982A-4B1C-CAA1-297F-B855A4DD75A4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347" v="327" actId="1076"/>
          <ac:picMkLst>
            <pc:docMk/>
            <pc:sldMk cId="3255710592" sldId="256"/>
            <ac:picMk id="35" creationId="{4BEBCBB4-742C-5CE0-6424-CE370A5BB27B}"/>
          </ac:picMkLst>
        </pc:picChg>
        <pc:picChg chg="add mod">
          <ac:chgData name="Archana Beny" userId="S::archana@sedintechnologies.com::289fbc0e-ad13-4ae0-b425-a6d2d615eeb0" providerId="AD" clId="Web-{23146142-E1DE-B011-157B-75D02A394BF0}" dt="2025-01-07T14:18:45.378" v="328" actId="1076"/>
          <ac:picMkLst>
            <pc:docMk/>
            <pc:sldMk cId="3255710592" sldId="256"/>
            <ac:picMk id="37" creationId="{9C427D1E-FE33-6A40-F087-5B41A1F004A5}"/>
          </ac:picMkLst>
        </pc:picChg>
      </pc:sldChg>
      <pc:sldChg chg="modSp add">
        <pc:chgData name="Archana Beny" userId="S::archana@sedintechnologies.com::289fbc0e-ad13-4ae0-b425-a6d2d615eeb0" providerId="AD" clId="Web-{23146142-E1DE-B011-157B-75D02A394BF0}" dt="2025-01-07T14:10:11.040" v="232" actId="20577"/>
        <pc:sldMkLst>
          <pc:docMk/>
          <pc:sldMk cId="2975108875" sldId="257"/>
        </pc:sldMkLst>
      </pc:sldChg>
      <pc:sldChg chg="del">
        <pc:chgData name="Archana Beny" userId="S::archana@sedintechnologies.com::289fbc0e-ad13-4ae0-b425-a6d2d615eeb0" providerId="AD" clId="Web-{23146142-E1DE-B011-157B-75D02A394BF0}" dt="2025-01-07T13:46:33.498" v="0"/>
        <pc:sldMkLst>
          <pc:docMk/>
          <pc:sldMk cId="3361802923" sldId="257"/>
        </pc:sldMkLst>
      </pc:sldChg>
    </pc:docChg>
  </pc:docChgLst>
  <pc:docChgLst>
    <pc:chgData name="Venkat Sharma B M" userId="S::venkatsharma@sedintechnologies.com::421eef6c-a78d-4201-810e-874725247fa1" providerId="AD" clId="Web-{476D5BC2-BB13-0CB1-26AB-9CAE4CC024AF}"/>
    <pc:docChg chg="modSld">
      <pc:chgData name="Venkat Sharma B M" userId="S::venkatsharma@sedintechnologies.com::421eef6c-a78d-4201-810e-874725247fa1" providerId="AD" clId="Web-{476D5BC2-BB13-0CB1-26AB-9CAE4CC024AF}" dt="2025-02-03T14:01:44.408" v="116" actId="1076"/>
      <pc:docMkLst>
        <pc:docMk/>
      </pc:docMkLst>
      <pc:sldChg chg="addSp delSp modSp">
        <pc:chgData name="Venkat Sharma B M" userId="S::venkatsharma@sedintechnologies.com::421eef6c-a78d-4201-810e-874725247fa1" providerId="AD" clId="Web-{476D5BC2-BB13-0CB1-26AB-9CAE4CC024AF}" dt="2025-02-03T14:01:44.408" v="116" actId="1076"/>
        <pc:sldMkLst>
          <pc:docMk/>
          <pc:sldMk cId="3255710592" sldId="256"/>
        </pc:sldMkLst>
        <pc:spChg chg="mod">
          <ac:chgData name="Venkat Sharma B M" userId="S::venkatsharma@sedintechnologies.com::421eef6c-a78d-4201-810e-874725247fa1" providerId="AD" clId="Web-{476D5BC2-BB13-0CB1-26AB-9CAE4CC024AF}" dt="2025-02-03T13:18:04.619" v="65" actId="1076"/>
          <ac:spMkLst>
            <pc:docMk/>
            <pc:sldMk cId="3255710592" sldId="256"/>
            <ac:spMk id="3" creationId="{60E49963-8B59-86F4-B884-768A9A9E43A7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6:56.056" v="50" actId="20577"/>
          <ac:spMkLst>
            <pc:docMk/>
            <pc:sldMk cId="3255710592" sldId="256"/>
            <ac:spMk id="5" creationId="{B3AE38E3-D48D-9308-BF78-276B82BA0E27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6:59.900" v="52" actId="20577"/>
          <ac:spMkLst>
            <pc:docMk/>
            <pc:sldMk cId="3255710592" sldId="256"/>
            <ac:spMk id="6" creationId="{F0003FC2-8611-C4AF-C085-54D5E8EAA97F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6:49.181" v="48" actId="20577"/>
          <ac:spMkLst>
            <pc:docMk/>
            <pc:sldMk cId="3255710592" sldId="256"/>
            <ac:spMk id="7" creationId="{DFD0564A-BE23-38DD-F8EA-BE81B01131EE}"/>
          </ac:spMkLst>
        </pc:spChg>
        <pc:spChg chg="add mod">
          <ac:chgData name="Venkat Sharma B M" userId="S::venkatsharma@sedintechnologies.com::421eef6c-a78d-4201-810e-874725247fa1" providerId="AD" clId="Web-{476D5BC2-BB13-0CB1-26AB-9CAE4CC024AF}" dt="2025-02-03T13:17:43.869" v="62" actId="1076"/>
          <ac:spMkLst>
            <pc:docMk/>
            <pc:sldMk cId="3255710592" sldId="256"/>
            <ac:spMk id="14" creationId="{E479D36F-4C1E-BB4F-4AE5-F377473F9297}"/>
          </ac:spMkLst>
        </pc:spChg>
        <pc:spChg chg="del">
          <ac:chgData name="Venkat Sharma B M" userId="S::venkatsharma@sedintechnologies.com::421eef6c-a78d-4201-810e-874725247fa1" providerId="AD" clId="Web-{476D5BC2-BB13-0CB1-26AB-9CAE4CC024AF}" dt="2025-02-03T13:11:02.816" v="1"/>
          <ac:spMkLst>
            <pc:docMk/>
            <pc:sldMk cId="3255710592" sldId="256"/>
            <ac:spMk id="19" creationId="{92C728D7-1375-1004-3F29-795359E92B2C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7:50.151" v="64" actId="1076"/>
          <ac:spMkLst>
            <pc:docMk/>
            <pc:sldMk cId="3255710592" sldId="256"/>
            <ac:spMk id="22" creationId="{38343F25-A974-B24D-7B99-37A98B3CE70E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8:53.995" v="75" actId="1076"/>
          <ac:spMkLst>
            <pc:docMk/>
            <pc:sldMk cId="3255710592" sldId="256"/>
            <ac:spMk id="23" creationId="{6D6A85C4-019A-0E7C-6A7D-EB9D9C6C0D7C}"/>
          </ac:spMkLst>
        </pc:spChg>
        <pc:spChg chg="mod topLvl">
          <ac:chgData name="Venkat Sharma B M" userId="S::venkatsharma@sedintechnologies.com::421eef6c-a78d-4201-810e-874725247fa1" providerId="AD" clId="Web-{476D5BC2-BB13-0CB1-26AB-9CAE4CC024AF}" dt="2025-02-03T13:15:50.102" v="40" actId="1076"/>
          <ac:spMkLst>
            <pc:docMk/>
            <pc:sldMk cId="3255710592" sldId="256"/>
            <ac:spMk id="27" creationId="{F7919197-6D4B-6A16-8808-6B4C22529548}"/>
          </ac:spMkLst>
        </pc:spChg>
        <pc:spChg chg="mod">
          <ac:chgData name="Venkat Sharma B M" userId="S::venkatsharma@sedintechnologies.com::421eef6c-a78d-4201-810e-874725247fa1" providerId="AD" clId="Web-{476D5BC2-BB13-0CB1-26AB-9CAE4CC024AF}" dt="2025-02-03T13:15:05.445" v="37" actId="1076"/>
          <ac:spMkLst>
            <pc:docMk/>
            <pc:sldMk cId="3255710592" sldId="256"/>
            <ac:spMk id="38" creationId="{7F16C7A0-C105-C859-3E5A-77AC9762342D}"/>
          </ac:spMkLst>
        </pc:spChg>
        <pc:spChg chg="del">
          <ac:chgData name="Venkat Sharma B M" userId="S::venkatsharma@sedintechnologies.com::421eef6c-a78d-4201-810e-874725247fa1" providerId="AD" clId="Web-{476D5BC2-BB13-0CB1-26AB-9CAE4CC024AF}" dt="2025-02-03T13:11:02.816" v="0"/>
          <ac:spMkLst>
            <pc:docMk/>
            <pc:sldMk cId="3255710592" sldId="256"/>
            <ac:spMk id="54" creationId="{A353C0EA-AC8E-09F2-5AEE-0F644E85FF1F}"/>
          </ac:spMkLst>
        </pc:spChg>
        <pc:grpChg chg="add mod">
          <ac:chgData name="Venkat Sharma B M" userId="S::venkatsharma@sedintechnologies.com::421eef6c-a78d-4201-810e-874725247fa1" providerId="AD" clId="Web-{476D5BC2-BB13-0CB1-26AB-9CAE4CC024AF}" dt="2025-02-03T13:14:49.976" v="35" actId="14100"/>
          <ac:grpSpMkLst>
            <pc:docMk/>
            <pc:sldMk cId="3255710592" sldId="256"/>
            <ac:grpSpMk id="8" creationId="{7514B513-DC93-6C3D-39DC-37B3D60A773B}"/>
          </ac:grpSpMkLst>
        </pc:grpChg>
        <pc:grpChg chg="add mod">
          <ac:chgData name="Venkat Sharma B M" userId="S::venkatsharma@sedintechnologies.com::421eef6c-a78d-4201-810e-874725247fa1" providerId="AD" clId="Web-{476D5BC2-BB13-0CB1-26AB-9CAE4CC024AF}" dt="2025-02-03T13:15:23.492" v="38" actId="1076"/>
          <ac:grpSpMkLst>
            <pc:docMk/>
            <pc:sldMk cId="3255710592" sldId="256"/>
            <ac:grpSpMk id="10" creationId="{4C306640-5C2E-ADCB-4549-3115CB4DC6F4}"/>
          </ac:grpSpMkLst>
        </pc:grpChg>
        <pc:grpChg chg="add">
          <ac:chgData name="Venkat Sharma B M" userId="S::venkatsharma@sedintechnologies.com::421eef6c-a78d-4201-810e-874725247fa1" providerId="AD" clId="Web-{476D5BC2-BB13-0CB1-26AB-9CAE4CC024AF}" dt="2025-02-03T13:12:20.083" v="9"/>
          <ac:grpSpMkLst>
            <pc:docMk/>
            <pc:sldMk cId="3255710592" sldId="256"/>
            <ac:grpSpMk id="11" creationId="{A8DB39C9-63FF-0D3F-C73A-5C5485571AB0}"/>
          </ac:grpSpMkLst>
        </pc:grpChg>
        <pc:grpChg chg="add mod">
          <ac:chgData name="Venkat Sharma B M" userId="S::venkatsharma@sedintechnologies.com::421eef6c-a78d-4201-810e-874725247fa1" providerId="AD" clId="Web-{476D5BC2-BB13-0CB1-26AB-9CAE4CC024AF}" dt="2025-02-03T13:12:45.724" v="12" actId="1076"/>
          <ac:grpSpMkLst>
            <pc:docMk/>
            <pc:sldMk cId="3255710592" sldId="256"/>
            <ac:grpSpMk id="12" creationId="{0886F34D-BC97-A533-75C2-2028BB737B8F}"/>
          </ac:grpSpMkLst>
        </pc:grpChg>
        <pc:picChg chg="topLvl">
          <ac:chgData name="Venkat Sharma B M" userId="S::venkatsharma@sedintechnologies.com::421eef6c-a78d-4201-810e-874725247fa1" providerId="AD" clId="Web-{476D5BC2-BB13-0CB1-26AB-9CAE4CC024AF}" dt="2025-02-03T13:23:57.203" v="76"/>
          <ac:picMkLst>
            <pc:docMk/>
            <pc:sldMk cId="3255710592" sldId="256"/>
            <ac:picMk id="2" creationId="{1A891493-385D-D77E-979A-8CDD14282F16}"/>
          </ac:picMkLst>
        </pc:picChg>
        <pc:picChg chg="topLvl">
          <ac:chgData name="Venkat Sharma B M" userId="S::venkatsharma@sedintechnologies.com::421eef6c-a78d-4201-810e-874725247fa1" providerId="AD" clId="Web-{476D5BC2-BB13-0CB1-26AB-9CAE4CC024AF}" dt="2025-02-03T13:23:57.203" v="76"/>
          <ac:picMkLst>
            <pc:docMk/>
            <pc:sldMk cId="3255710592" sldId="256"/>
            <ac:picMk id="4" creationId="{8A3AB20D-C993-592A-F0AF-81DCBE86EF7A}"/>
          </ac:picMkLst>
        </pc:picChg>
        <pc:picChg chg="mod">
          <ac:chgData name="Venkat Sharma B M" userId="S::venkatsharma@sedintechnologies.com::421eef6c-a78d-4201-810e-874725247fa1" providerId="AD" clId="Web-{476D5BC2-BB13-0CB1-26AB-9CAE4CC024AF}" dt="2025-02-03T13:14:29.773" v="32" actId="1076"/>
          <ac:picMkLst>
            <pc:docMk/>
            <pc:sldMk cId="3255710592" sldId="256"/>
            <ac:picMk id="9" creationId="{D635862F-52FC-BAF5-7625-6C1F8C185BA6}"/>
          </ac:picMkLst>
        </pc:picChg>
        <pc:picChg chg="add mod">
          <ac:chgData name="Venkat Sharma B M" userId="S::venkatsharma@sedintechnologies.com::421eef6c-a78d-4201-810e-874725247fa1" providerId="AD" clId="Web-{476D5BC2-BB13-0CB1-26AB-9CAE4CC024AF}" dt="2025-02-03T13:58:28.514" v="99" actId="1076"/>
          <ac:picMkLst>
            <pc:docMk/>
            <pc:sldMk cId="3255710592" sldId="256"/>
            <ac:picMk id="11" creationId="{8683E1A0-CC4C-8210-BD2B-F478EE6E0401}"/>
          </ac:picMkLst>
        </pc:picChg>
        <pc:picChg chg="add mod">
          <ac:chgData name="Venkat Sharma B M" userId="S::venkatsharma@sedintechnologies.com::421eef6c-a78d-4201-810e-874725247fa1" providerId="AD" clId="Web-{476D5BC2-BB13-0CB1-26AB-9CAE4CC024AF}" dt="2025-02-03T13:59:06.686" v="103" actId="1076"/>
          <ac:picMkLst>
            <pc:docMk/>
            <pc:sldMk cId="3255710592" sldId="256"/>
            <ac:picMk id="12" creationId="{2812B9A9-4CA9-B0B3-C2D8-43CE3A8BAEEB}"/>
          </ac:picMkLst>
        </pc:picChg>
        <pc:picChg chg="mod topLvl">
          <ac:chgData name="Venkat Sharma B M" userId="S::venkatsharma@sedintechnologies.com::421eef6c-a78d-4201-810e-874725247fa1" providerId="AD" clId="Web-{476D5BC2-BB13-0CB1-26AB-9CAE4CC024AF}" dt="2025-02-03T14:01:42.361" v="115" actId="1076"/>
          <ac:picMkLst>
            <pc:docMk/>
            <pc:sldMk cId="3255710592" sldId="256"/>
            <ac:picMk id="13" creationId="{AC50158F-A78D-419B-1C48-76EB9EAFEE9A}"/>
          </ac:picMkLst>
        </pc:picChg>
        <pc:picChg chg="del topLvl">
          <ac:chgData name="Venkat Sharma B M" userId="S::venkatsharma@sedintechnologies.com::421eef6c-a78d-4201-810e-874725247fa1" providerId="AD" clId="Web-{476D5BC2-BB13-0CB1-26AB-9CAE4CC024AF}" dt="2025-02-03T13:24:00.718" v="77"/>
          <ac:picMkLst>
            <pc:docMk/>
            <pc:sldMk cId="3255710592" sldId="256"/>
            <ac:picMk id="15" creationId="{1D12DC75-5849-14B1-76DE-6D9681D75E24}"/>
          </ac:picMkLst>
        </pc:picChg>
        <pc:picChg chg="add mod">
          <ac:chgData name="Venkat Sharma B M" userId="S::venkatsharma@sedintechnologies.com::421eef6c-a78d-4201-810e-874725247fa1" providerId="AD" clId="Web-{476D5BC2-BB13-0CB1-26AB-9CAE4CC024AF}" dt="2025-02-03T14:01:21.798" v="111" actId="14100"/>
          <ac:picMkLst>
            <pc:docMk/>
            <pc:sldMk cId="3255710592" sldId="256"/>
            <ac:picMk id="15" creationId="{B0485199-8924-5EB8-0B68-BB4E645EB6C1}"/>
          </ac:picMkLst>
        </pc:picChg>
        <pc:picChg chg="add mod">
          <ac:chgData name="Venkat Sharma B M" userId="S::venkatsharma@sedintechnologies.com::421eef6c-a78d-4201-810e-874725247fa1" providerId="AD" clId="Web-{476D5BC2-BB13-0CB1-26AB-9CAE4CC024AF}" dt="2025-02-03T14:01:37.705" v="114" actId="1076"/>
          <ac:picMkLst>
            <pc:docMk/>
            <pc:sldMk cId="3255710592" sldId="256"/>
            <ac:picMk id="16" creationId="{B8BE4B22-F97E-7F1C-7986-E352BDF1AC34}"/>
          </ac:picMkLst>
        </pc:picChg>
        <pc:picChg chg="add mod">
          <ac:chgData name="Venkat Sharma B M" userId="S::venkatsharma@sedintechnologies.com::421eef6c-a78d-4201-810e-874725247fa1" providerId="AD" clId="Web-{476D5BC2-BB13-0CB1-26AB-9CAE4CC024AF}" dt="2025-02-03T13:25:37.032" v="94" actId="1076"/>
          <ac:picMkLst>
            <pc:docMk/>
            <pc:sldMk cId="3255710592" sldId="256"/>
            <ac:picMk id="17" creationId="{49B80C57-CA1A-B54D-7436-01E119C5FE23}"/>
          </ac:picMkLst>
        </pc:picChg>
        <pc:picChg chg="mod topLvl">
          <ac:chgData name="Venkat Sharma B M" userId="S::venkatsharma@sedintechnologies.com::421eef6c-a78d-4201-810e-874725247fa1" providerId="AD" clId="Web-{476D5BC2-BB13-0CB1-26AB-9CAE4CC024AF}" dt="2025-02-03T14:01:44.408" v="116" actId="1076"/>
          <ac:picMkLst>
            <pc:docMk/>
            <pc:sldMk cId="3255710592" sldId="256"/>
            <ac:picMk id="18" creationId="{4B6C1EC6-615D-9FAF-E4CD-2AF1B137FC74}"/>
          </ac:picMkLst>
        </pc:picChg>
        <pc:picChg chg="del mod topLvl">
          <ac:chgData name="Venkat Sharma B M" userId="S::venkatsharma@sedintechnologies.com::421eef6c-a78d-4201-810e-874725247fa1" providerId="AD" clId="Web-{476D5BC2-BB13-0CB1-26AB-9CAE4CC024AF}" dt="2025-02-03T13:58:12.420" v="96"/>
          <ac:picMkLst>
            <pc:docMk/>
            <pc:sldMk cId="3255710592" sldId="256"/>
            <ac:picMk id="28" creationId="{ABF4A15A-5477-4A4F-3A42-4550039225B7}"/>
          </ac:picMkLst>
        </pc:picChg>
        <pc:picChg chg="del topLvl">
          <ac:chgData name="Venkat Sharma B M" userId="S::venkatsharma@sedintechnologies.com::421eef6c-a78d-4201-810e-874725247fa1" providerId="AD" clId="Web-{476D5BC2-BB13-0CB1-26AB-9CAE4CC024AF}" dt="2025-02-03T13:25:16.516" v="88"/>
          <ac:picMkLst>
            <pc:docMk/>
            <pc:sldMk cId="3255710592" sldId="256"/>
            <ac:picMk id="30" creationId="{9C9D1A0F-72E9-19D0-70BB-7861C4538101}"/>
          </ac:picMkLst>
        </pc:picChg>
        <pc:picChg chg="topLvl">
          <ac:chgData name="Venkat Sharma B M" userId="S::venkatsharma@sedintechnologies.com::421eef6c-a78d-4201-810e-874725247fa1" providerId="AD" clId="Web-{476D5BC2-BB13-0CB1-26AB-9CAE4CC024AF}" dt="2025-02-03T13:23:57.203" v="76"/>
          <ac:picMkLst>
            <pc:docMk/>
            <pc:sldMk cId="3255710592" sldId="256"/>
            <ac:picMk id="32" creationId="{C76A982A-4B1C-CAA1-297F-B855A4DD75A4}"/>
          </ac:picMkLst>
        </pc:picChg>
        <pc:picChg chg="del topLvl">
          <ac:chgData name="Venkat Sharma B M" userId="S::venkatsharma@sedintechnologies.com::421eef6c-a78d-4201-810e-874725247fa1" providerId="AD" clId="Web-{476D5BC2-BB13-0CB1-26AB-9CAE4CC024AF}" dt="2025-02-03T13:58:59.468" v="100"/>
          <ac:picMkLst>
            <pc:docMk/>
            <pc:sldMk cId="3255710592" sldId="256"/>
            <ac:picMk id="35" creationId="{4BEBCBB4-742C-5CE0-6424-CE370A5BB27B}"/>
          </ac:picMkLst>
        </pc:picChg>
        <pc:picChg chg="del mod topLvl">
          <ac:chgData name="Venkat Sharma B M" userId="S::venkatsharma@sedintechnologies.com::421eef6c-a78d-4201-810e-874725247fa1" providerId="AD" clId="Web-{476D5BC2-BB13-0CB1-26AB-9CAE4CC024AF}" dt="2025-02-03T14:01:07.095" v="106"/>
          <ac:picMkLst>
            <pc:docMk/>
            <pc:sldMk cId="3255710592" sldId="256"/>
            <ac:picMk id="37" creationId="{9C427D1E-FE33-6A40-F087-5B41A1F004A5}"/>
          </ac:picMkLst>
        </pc:picChg>
      </pc:sldChg>
    </pc:docChg>
  </pc:docChgLst>
  <pc:docChgLst>
    <pc:chgData name="Venkat Sharma B M" userId="S::venkatsharma@sedintechnologies.com::421eef6c-a78d-4201-810e-874725247fa1" providerId="AD" clId="Web-{BDDB4E87-750D-BC63-99C5-3F5F4F00333D}"/>
    <pc:docChg chg="modSld">
      <pc:chgData name="Venkat Sharma B M" userId="S::venkatsharma@sedintechnologies.com::421eef6c-a78d-4201-810e-874725247fa1" providerId="AD" clId="Web-{BDDB4E87-750D-BC63-99C5-3F5F4F00333D}" dt="2025-01-21T06:15:02.534" v="5" actId="1076"/>
      <pc:docMkLst>
        <pc:docMk/>
      </pc:docMkLst>
      <pc:sldChg chg="addSp delSp modSp">
        <pc:chgData name="Venkat Sharma B M" userId="S::venkatsharma@sedintechnologies.com::421eef6c-a78d-4201-810e-874725247fa1" providerId="AD" clId="Web-{BDDB4E87-750D-BC63-99C5-3F5F4F00333D}" dt="2025-01-21T06:15:02.534" v="5" actId="1076"/>
        <pc:sldMkLst>
          <pc:docMk/>
          <pc:sldMk cId="3255710592" sldId="256"/>
        </pc:sldMkLst>
        <pc:picChg chg="add mod">
          <ac:chgData name="Venkat Sharma B M" userId="S::venkatsharma@sedintechnologies.com::421eef6c-a78d-4201-810e-874725247fa1" providerId="AD" clId="Web-{BDDB4E87-750D-BC63-99C5-3F5F4F00333D}" dt="2025-01-21T06:14:08.580" v="2" actId="1076"/>
          <ac:picMkLst>
            <pc:docMk/>
            <pc:sldMk cId="3255710592" sldId="256"/>
            <ac:picMk id="2" creationId="{1A891493-385D-D77E-979A-8CDD14282F16}"/>
          </ac:picMkLst>
        </pc:picChg>
        <pc:picChg chg="add mod">
          <ac:chgData name="Venkat Sharma B M" userId="S::venkatsharma@sedintechnologies.com::421eef6c-a78d-4201-810e-874725247fa1" providerId="AD" clId="Web-{BDDB4E87-750D-BC63-99C5-3F5F4F00333D}" dt="2025-01-21T06:15:02.534" v="5" actId="1076"/>
          <ac:picMkLst>
            <pc:docMk/>
            <pc:sldMk cId="3255710592" sldId="256"/>
            <ac:picMk id="4" creationId="{8A3AB20D-C993-592A-F0AF-81DCBE86EF7A}"/>
          </ac:picMkLst>
        </pc:picChg>
      </pc:sldChg>
    </pc:docChg>
  </pc:docChgLst>
  <pc:docChgLst>
    <pc:chgData name="Archana Beny" userId="S::archana@sedintechnologies.com::289fbc0e-ad13-4ae0-b425-a6d2d615eeb0" providerId="AD" clId="Web-{E075CFDC-C9C5-A1E3-79E6-F08B9EB2EB64}"/>
    <pc:docChg chg="modSld">
      <pc:chgData name="Archana Beny" userId="S::archana@sedintechnologies.com::289fbc0e-ad13-4ae0-b425-a6d2d615eeb0" providerId="AD" clId="Web-{E075CFDC-C9C5-A1E3-79E6-F08B9EB2EB64}" dt="2025-02-25T05:37:31.978" v="16" actId="1076"/>
      <pc:docMkLst>
        <pc:docMk/>
      </pc:docMkLst>
      <pc:sldChg chg="modSp">
        <pc:chgData name="Archana Beny" userId="S::archana@sedintechnologies.com::289fbc0e-ad13-4ae0-b425-a6d2d615eeb0" providerId="AD" clId="Web-{E075CFDC-C9C5-A1E3-79E6-F08B9EB2EB64}" dt="2025-02-25T05:37:31.978" v="16" actId="1076"/>
        <pc:sldMkLst>
          <pc:docMk/>
          <pc:sldMk cId="3255710592" sldId="256"/>
        </pc:sldMkLst>
        <pc:spChg chg="mod">
          <ac:chgData name="Archana Beny" userId="S::archana@sedintechnologies.com::289fbc0e-ad13-4ae0-b425-a6d2d615eeb0" providerId="AD" clId="Web-{E075CFDC-C9C5-A1E3-79E6-F08B9EB2EB64}" dt="2025-02-25T05:37:25.775" v="15" actId="1076"/>
          <ac:spMkLst>
            <pc:docMk/>
            <pc:sldMk cId="3255710592" sldId="256"/>
            <ac:spMk id="3" creationId="{60E49963-8B59-86F4-B884-768A9A9E43A7}"/>
          </ac:spMkLst>
        </pc:spChg>
        <pc:spChg chg="mod">
          <ac:chgData name="Archana Beny" userId="S::archana@sedintechnologies.com::289fbc0e-ad13-4ae0-b425-a6d2d615eeb0" providerId="AD" clId="Web-{E075CFDC-C9C5-A1E3-79E6-F08B9EB2EB64}" dt="2025-02-25T05:35:11.429" v="1"/>
          <ac:spMkLst>
            <pc:docMk/>
            <pc:sldMk cId="3255710592" sldId="256"/>
            <ac:spMk id="5" creationId="{B3AE38E3-D48D-9308-BF78-276B82BA0E27}"/>
          </ac:spMkLst>
        </pc:spChg>
        <pc:spChg chg="mod">
          <ac:chgData name="Archana Beny" userId="S::archana@sedintechnologies.com::289fbc0e-ad13-4ae0-b425-a6d2d615eeb0" providerId="AD" clId="Web-{E075CFDC-C9C5-A1E3-79E6-F08B9EB2EB64}" dt="2025-02-25T05:35:11.445" v="2"/>
          <ac:spMkLst>
            <pc:docMk/>
            <pc:sldMk cId="3255710592" sldId="256"/>
            <ac:spMk id="6" creationId="{F0003FC2-8611-C4AF-C085-54D5E8EAA97F}"/>
          </ac:spMkLst>
        </pc:spChg>
        <pc:spChg chg="mod">
          <ac:chgData name="Archana Beny" userId="S::archana@sedintechnologies.com::289fbc0e-ad13-4ae0-b425-a6d2d615eeb0" providerId="AD" clId="Web-{E075CFDC-C9C5-A1E3-79E6-F08B9EB2EB64}" dt="2025-02-25T05:37:14.134" v="14" actId="20577"/>
          <ac:spMkLst>
            <pc:docMk/>
            <pc:sldMk cId="3255710592" sldId="256"/>
            <ac:spMk id="7" creationId="{DFD0564A-BE23-38DD-F8EA-BE81B01131EE}"/>
          </ac:spMkLst>
        </pc:spChg>
        <pc:spChg chg="mod">
          <ac:chgData name="Archana Beny" userId="S::archana@sedintechnologies.com::289fbc0e-ad13-4ae0-b425-a6d2d615eeb0" providerId="AD" clId="Web-{E075CFDC-C9C5-A1E3-79E6-F08B9EB2EB64}" dt="2025-02-25T05:37:31.978" v="16" actId="1076"/>
          <ac:spMkLst>
            <pc:docMk/>
            <pc:sldMk cId="3255710592" sldId="256"/>
            <ac:spMk id="14" creationId="{E479D36F-4C1E-BB4F-4AE5-F377473F9297}"/>
          </ac:spMkLst>
        </pc:spChg>
      </pc:sldChg>
    </pc:docChg>
  </pc:docChgLst>
  <pc:docChgLst>
    <pc:chgData name="Venkat Sharma B M" userId="S::venkatsharma@sedintechnologies.com::421eef6c-a78d-4201-810e-874725247fa1" providerId="AD" clId="Web-{C8DC226F-8DF6-FEBF-3D5C-383E908F5567}"/>
    <pc:docChg chg="modSld">
      <pc:chgData name="Venkat Sharma B M" userId="S::venkatsharma@sedintechnologies.com::421eef6c-a78d-4201-810e-874725247fa1" providerId="AD" clId="Web-{C8DC226F-8DF6-FEBF-3D5C-383E908F5567}" dt="2025-02-10T11:12:49.099" v="83" actId="20577"/>
      <pc:docMkLst>
        <pc:docMk/>
      </pc:docMkLst>
      <pc:sldChg chg="modSp">
        <pc:chgData name="Venkat Sharma B M" userId="S::venkatsharma@sedintechnologies.com::421eef6c-a78d-4201-810e-874725247fa1" providerId="AD" clId="Web-{C8DC226F-8DF6-FEBF-3D5C-383E908F5567}" dt="2025-02-10T11:12:49.099" v="83" actId="20577"/>
        <pc:sldMkLst>
          <pc:docMk/>
          <pc:sldMk cId="3255710592" sldId="256"/>
        </pc:sldMkLst>
        <pc:spChg chg="mod">
          <ac:chgData name="Venkat Sharma B M" userId="S::venkatsharma@sedintechnologies.com::421eef6c-a78d-4201-810e-874725247fa1" providerId="AD" clId="Web-{C8DC226F-8DF6-FEBF-3D5C-383E908F5567}" dt="2025-02-10T11:12:49.099" v="83" actId="20577"/>
          <ac:spMkLst>
            <pc:docMk/>
            <pc:sldMk cId="3255710592" sldId="256"/>
            <ac:spMk id="3" creationId="{60E49963-8B59-86F4-B884-768A9A9E43A7}"/>
          </ac:spMkLst>
        </pc:spChg>
        <pc:spChg chg="mod">
          <ac:chgData name="Venkat Sharma B M" userId="S::venkatsharma@sedintechnologies.com::421eef6c-a78d-4201-810e-874725247fa1" providerId="AD" clId="Web-{C8DC226F-8DF6-FEBF-3D5C-383E908F5567}" dt="2025-02-10T11:12:46.458" v="78" actId="20577"/>
          <ac:spMkLst>
            <pc:docMk/>
            <pc:sldMk cId="3255710592" sldId="256"/>
            <ac:spMk id="5" creationId="{B3AE38E3-D48D-9308-BF78-276B82BA0E27}"/>
          </ac:spMkLst>
        </pc:spChg>
        <pc:spChg chg="mod">
          <ac:chgData name="Venkat Sharma B M" userId="S::venkatsharma@sedintechnologies.com::421eef6c-a78d-4201-810e-874725247fa1" providerId="AD" clId="Web-{C8DC226F-8DF6-FEBF-3D5C-383E908F5567}" dt="2025-02-10T11:12:44.161" v="73" actId="20577"/>
          <ac:spMkLst>
            <pc:docMk/>
            <pc:sldMk cId="3255710592" sldId="256"/>
            <ac:spMk id="6" creationId="{F0003FC2-8611-C4AF-C085-54D5E8EAA97F}"/>
          </ac:spMkLst>
        </pc:spChg>
        <pc:spChg chg="mod">
          <ac:chgData name="Venkat Sharma B M" userId="S::venkatsharma@sedintechnologies.com::421eef6c-a78d-4201-810e-874725247fa1" providerId="AD" clId="Web-{C8DC226F-8DF6-FEBF-3D5C-383E908F5567}" dt="2025-02-10T11:12:35.036" v="46" actId="20577"/>
          <ac:spMkLst>
            <pc:docMk/>
            <pc:sldMk cId="3255710592" sldId="256"/>
            <ac:spMk id="7" creationId="{DFD0564A-BE23-38DD-F8EA-BE81B01131EE}"/>
          </ac:spMkLst>
        </pc:spChg>
        <pc:spChg chg="mod">
          <ac:chgData name="Venkat Sharma B M" userId="S::venkatsharma@sedintechnologies.com::421eef6c-a78d-4201-810e-874725247fa1" providerId="AD" clId="Web-{C8DC226F-8DF6-FEBF-3D5C-383E908F5567}" dt="2025-02-10T11:12:47.427" v="81" actId="20577"/>
          <ac:spMkLst>
            <pc:docMk/>
            <pc:sldMk cId="3255710592" sldId="256"/>
            <ac:spMk id="14" creationId="{E479D36F-4C1E-BB4F-4AE5-F377473F9297}"/>
          </ac:spMkLst>
        </pc:spChg>
        <pc:spChg chg="mod">
          <ac:chgData name="Venkat Sharma B M" userId="S::venkatsharma@sedintechnologies.com::421eef6c-a78d-4201-810e-874725247fa1" providerId="AD" clId="Web-{C8DC226F-8DF6-FEBF-3D5C-383E908F5567}" dt="2025-02-10T11:12:36.145" v="47" actId="1076"/>
          <ac:spMkLst>
            <pc:docMk/>
            <pc:sldMk cId="3255710592" sldId="256"/>
            <ac:spMk id="27" creationId="{F7919197-6D4B-6A16-8808-6B4C22529548}"/>
          </ac:spMkLst>
        </pc:spChg>
        <pc:grpChg chg="mod">
          <ac:chgData name="Venkat Sharma B M" userId="S::venkatsharma@sedintechnologies.com::421eef6c-a78d-4201-810e-874725247fa1" providerId="AD" clId="Web-{C8DC226F-8DF6-FEBF-3D5C-383E908F5567}" dt="2025-02-10T11:12:45.192" v="74" actId="1076"/>
          <ac:grpSpMkLst>
            <pc:docMk/>
            <pc:sldMk cId="3255710592" sldId="256"/>
            <ac:grpSpMk id="10" creationId="{4C306640-5C2E-ADCB-4549-3115CB4DC6F4}"/>
          </ac:grpSpMkLst>
        </pc:grpChg>
      </pc:sldChg>
    </pc:docChg>
  </pc:docChgLst>
  <pc:docChgLst>
    <pc:chgData name="madhavan" userId="S::madhavan@sedintechnologies.com::62879374-9f4a-4d97-b4e9-a01b4ceba530" providerId="AD" clId="Web-{BF5E1010-4172-B960-F3D9-97DDB34C26EF}"/>
    <pc:docChg chg="modSld">
      <pc:chgData name="madhavan" userId="S::madhavan@sedintechnologies.com::62879374-9f4a-4d97-b4e9-a01b4ceba530" providerId="AD" clId="Web-{BF5E1010-4172-B960-F3D9-97DDB34C26EF}" dt="2025-02-11T06:14:46.617" v="52"/>
      <pc:docMkLst>
        <pc:docMk/>
      </pc:docMkLst>
      <pc:sldChg chg="modNotes">
        <pc:chgData name="madhavan" userId="S::madhavan@sedintechnologies.com::62879374-9f4a-4d97-b4e9-a01b4ceba530" providerId="AD" clId="Web-{BF5E1010-4172-B960-F3D9-97DDB34C26EF}" dt="2025-02-11T06:14:46.617" v="52"/>
        <pc:sldMkLst>
          <pc:docMk/>
          <pc:sldMk cId="3255710592" sldId="256"/>
        </pc:sldMkLst>
      </pc:sldChg>
    </pc:docChg>
  </pc:docChgLst>
  <pc:docChgLst>
    <pc:chgData name="Archana Beny" userId="S::archana@sedintechnologies.com::289fbc0e-ad13-4ae0-b425-a6d2d615eeb0" providerId="AD" clId="Web-{3DC99259-FF4A-693C-FCB7-DF86EB8EA060}"/>
    <pc:docChg chg="modSld">
      <pc:chgData name="Archana Beny" userId="S::archana@sedintechnologies.com::289fbc0e-ad13-4ae0-b425-a6d2d615eeb0" providerId="AD" clId="Web-{3DC99259-FF4A-693C-FCB7-DF86EB8EA060}" dt="2025-02-25T07:17:04.093" v="58" actId="20577"/>
      <pc:docMkLst>
        <pc:docMk/>
      </pc:docMkLst>
      <pc:sldChg chg="modSp">
        <pc:chgData name="Archana Beny" userId="S::archana@sedintechnologies.com::289fbc0e-ad13-4ae0-b425-a6d2d615eeb0" providerId="AD" clId="Web-{3DC99259-FF4A-693C-FCB7-DF86EB8EA060}" dt="2025-02-25T07:17:04.093" v="58" actId="20577"/>
        <pc:sldMkLst>
          <pc:docMk/>
          <pc:sldMk cId="3255710592" sldId="256"/>
        </pc:sldMkLst>
        <pc:spChg chg="mod">
          <ac:chgData name="Archana Beny" userId="S::archana@sedintechnologies.com::289fbc0e-ad13-4ae0-b425-a6d2d615eeb0" providerId="AD" clId="Web-{3DC99259-FF4A-693C-FCB7-DF86EB8EA060}" dt="2025-02-25T07:16:58.750" v="56" actId="20577"/>
          <ac:spMkLst>
            <pc:docMk/>
            <pc:sldMk cId="3255710592" sldId="256"/>
            <ac:spMk id="6" creationId="{F0003FC2-8611-C4AF-C085-54D5E8EAA97F}"/>
          </ac:spMkLst>
        </pc:spChg>
        <pc:spChg chg="mod">
          <ac:chgData name="Archana Beny" userId="S::archana@sedintechnologies.com::289fbc0e-ad13-4ae0-b425-a6d2d615eeb0" providerId="AD" clId="Web-{3DC99259-FF4A-693C-FCB7-DF86EB8EA060}" dt="2025-02-25T07:17:04.093" v="58" actId="20577"/>
          <ac:spMkLst>
            <pc:docMk/>
            <pc:sldMk cId="3255710592" sldId="256"/>
            <ac:spMk id="7" creationId="{DFD0564A-BE23-38DD-F8EA-BE81B01131EE}"/>
          </ac:spMkLst>
        </pc:spChg>
      </pc:sldChg>
    </pc:docChg>
  </pc:docChgLst>
  <pc:docChgLst>
    <pc:chgData name="Archana Beny" userId="S::archana@sedintechnologies.com::289fbc0e-ad13-4ae0-b425-a6d2d615eeb0" providerId="AD" clId="Web-{4D7CC58F-D951-A73B-D6A9-059E91A0F3A9}"/>
    <pc:docChg chg="delSld modSld">
      <pc:chgData name="Archana Beny" userId="S::archana@sedintechnologies.com::289fbc0e-ad13-4ae0-b425-a6d2d615eeb0" providerId="AD" clId="Web-{4D7CC58F-D951-A73B-D6A9-059E91A0F3A9}" dt="2025-01-15T10:57:26.640" v="102" actId="20577"/>
      <pc:docMkLst>
        <pc:docMk/>
      </pc:docMkLst>
      <pc:sldChg chg="modSp">
        <pc:chgData name="Archana Beny" userId="S::archana@sedintechnologies.com::289fbc0e-ad13-4ae0-b425-a6d2d615eeb0" providerId="AD" clId="Web-{4D7CC58F-D951-A73B-D6A9-059E91A0F3A9}" dt="2025-01-15T10:57:26.640" v="102" actId="20577"/>
        <pc:sldMkLst>
          <pc:docMk/>
          <pc:sldMk cId="3255710592" sldId="256"/>
        </pc:sldMkLst>
        <pc:spChg chg="mod">
          <ac:chgData name="Archana Beny" userId="S::archana@sedintechnologies.com::289fbc0e-ad13-4ae0-b425-a6d2d615eeb0" providerId="AD" clId="Web-{4D7CC58F-D951-A73B-D6A9-059E91A0F3A9}" dt="2025-01-15T10:53:49.745" v="14" actId="1076"/>
          <ac:spMkLst>
            <pc:docMk/>
            <pc:sldMk cId="3255710592" sldId="256"/>
            <ac:spMk id="3" creationId="{60E49963-8B59-86F4-B884-768A9A9E43A7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7:06.155" v="94" actId="14100"/>
          <ac:spMkLst>
            <pc:docMk/>
            <pc:sldMk cId="3255710592" sldId="256"/>
            <ac:spMk id="5" creationId="{B3AE38E3-D48D-9308-BF78-276B82BA0E27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4:06.198" v="20" actId="14100"/>
          <ac:spMkLst>
            <pc:docMk/>
            <pc:sldMk cId="3255710592" sldId="256"/>
            <ac:spMk id="6" creationId="{F0003FC2-8611-C4AF-C085-54D5E8EAA97F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6:36.342" v="92" actId="20577"/>
          <ac:spMkLst>
            <pc:docMk/>
            <pc:sldMk cId="3255710592" sldId="256"/>
            <ac:spMk id="7" creationId="{DFD0564A-BE23-38DD-F8EA-BE81B01131EE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682" v="12" actId="1076"/>
          <ac:spMkLst>
            <pc:docMk/>
            <pc:sldMk cId="3255710592" sldId="256"/>
            <ac:spMk id="19" creationId="{92C728D7-1375-1004-3F29-795359E92B2C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573" v="8" actId="1076"/>
          <ac:spMkLst>
            <pc:docMk/>
            <pc:sldMk cId="3255710592" sldId="256"/>
            <ac:spMk id="22" creationId="{38343F25-A974-B24D-7B99-37A98B3CE70E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7:26.640" v="102" actId="20577"/>
          <ac:spMkLst>
            <pc:docMk/>
            <pc:sldMk cId="3255710592" sldId="256"/>
            <ac:spMk id="23" creationId="{6D6A85C4-019A-0E7C-6A7D-EB9D9C6C0D7C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651" v="11" actId="1076"/>
          <ac:spMkLst>
            <pc:docMk/>
            <pc:sldMk cId="3255710592" sldId="256"/>
            <ac:spMk id="27" creationId="{F7919197-6D4B-6A16-8808-6B4C22529548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604" v="9" actId="1076"/>
          <ac:spMkLst>
            <pc:docMk/>
            <pc:sldMk cId="3255710592" sldId="256"/>
            <ac:spMk id="38" creationId="{7F16C7A0-C105-C859-3E5A-77AC9762342D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635" v="10" actId="1076"/>
          <ac:spMkLst>
            <pc:docMk/>
            <pc:sldMk cId="3255710592" sldId="256"/>
            <ac:spMk id="40" creationId="{3BCCEE9C-1E19-D8B6-C787-D9F98CA8FC4A}"/>
          </ac:spMkLst>
        </pc:spChg>
        <pc:spChg chg="mod">
          <ac:chgData name="Archana Beny" userId="S::archana@sedintechnologies.com::289fbc0e-ad13-4ae0-b425-a6d2d615eeb0" providerId="AD" clId="Web-{4D7CC58F-D951-A73B-D6A9-059E91A0F3A9}" dt="2025-01-15T10:53:49.713" v="13" actId="1076"/>
          <ac:spMkLst>
            <pc:docMk/>
            <pc:sldMk cId="3255710592" sldId="256"/>
            <ac:spMk id="54" creationId="{A353C0EA-AC8E-09F2-5AEE-0F644E85FF1F}"/>
          </ac:spMkLst>
        </pc:spChg>
        <pc:picChg chg="mod">
          <ac:chgData name="Archana Beny" userId="S::archana@sedintechnologies.com::289fbc0e-ad13-4ae0-b425-a6d2d615eeb0" providerId="AD" clId="Web-{4D7CC58F-D951-A73B-D6A9-059E91A0F3A9}" dt="2025-01-15T10:55:17.121" v="25" actId="1076"/>
          <ac:picMkLst>
            <pc:docMk/>
            <pc:sldMk cId="3255710592" sldId="256"/>
            <ac:picMk id="9" creationId="{D635862F-52FC-BAF5-7625-6C1F8C185BA6}"/>
          </ac:picMkLst>
        </pc:picChg>
        <pc:picChg chg="mod">
          <ac:chgData name="Archana Beny" userId="S::archana@sedintechnologies.com::289fbc0e-ad13-4ae0-b425-a6d2d615eeb0" providerId="AD" clId="Web-{4D7CC58F-D951-A73B-D6A9-059E91A0F3A9}" dt="2025-01-15T10:53:49.526" v="6" actId="1076"/>
          <ac:picMkLst>
            <pc:docMk/>
            <pc:sldMk cId="3255710592" sldId="256"/>
            <ac:picMk id="21" creationId="{58C33088-1700-D823-3C65-37EFB071171B}"/>
          </ac:picMkLst>
        </pc:picChg>
      </pc:sldChg>
      <pc:sldChg chg="del">
        <pc:chgData name="Archana Beny" userId="S::archana@sedintechnologies.com::289fbc0e-ad13-4ae0-b425-a6d2d615eeb0" providerId="AD" clId="Web-{4D7CC58F-D951-A73B-D6A9-059E91A0F3A9}" dt="2025-01-15T10:56:55.201" v="93"/>
        <pc:sldMkLst>
          <pc:docMk/>
          <pc:sldMk cId="2975108875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B7613-602C-4ECE-9D81-A5C7FB813A7A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2A273-4DAA-4742-AB36-E28B8BC4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6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/>
              <a:t>Benefits need to be relooked at to move some points to Solution section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I think there is also a key summary based on the </a:t>
            </a:r>
            <a:r>
              <a:rPr lang="en-US" dirty="0" err="1"/>
              <a:t>coversation</a:t>
            </a:r>
            <a:r>
              <a:rPr lang="en-US"/>
              <a:t> that is generated. Please check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Is 75% accuracy good?</a:t>
            </a:r>
            <a:endParaRPr lang="en-US" dirty="0"/>
          </a:p>
          <a:p>
            <a:pPr marL="171450" indent="-171450">
              <a:buFont typeface="Calibri"/>
              <a:buChar char="-"/>
            </a:pPr>
            <a:endParaRPr lang="en-US" dirty="0"/>
          </a:p>
          <a:p>
            <a:pPr marL="171450" indent="-171450">
              <a:buFont typeface="Calibri"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2A273-4DAA-4742-AB36-E28B8BC4DC4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4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3047-1E99-E81E-3AD5-24B8920F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1F2A3-5269-6A9F-81E7-457F43087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39E7-48BC-31E7-EF84-BFE9366D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6EDC5-D29A-2339-8FC5-E35E19A5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73821-8C1D-0229-7489-8C90C61E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85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E6F2-7360-7B10-D36B-B7032F1E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85AE7-44BD-D134-100E-33D5AE36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2FDB3-2BD3-C23B-B108-1EA6BA80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E7AA4-4548-9472-F4C9-FC0B1016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0527E-5E52-29F1-6CCE-4FBD7534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DF56-EBCA-8C53-C84C-0DFC8258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3C0FD-7DD3-FFF0-396C-76D107AAA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D83BF-5C6D-E3E1-254E-0B1687B0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8D04-208B-65F1-4720-9F804816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B8032-C292-40AB-4610-3C3D6C8F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3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3171-34B7-3FA2-2CBD-EDD39B29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C488-B611-5324-91B4-1EA5B325F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BF83-542C-1C06-1339-A88ADD5F3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955A9-423B-0D40-D522-D170E684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28A1C-B767-34CC-2FD4-E2B6FB53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17293-AF60-9ED8-EE68-207CF002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1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FC6D-A880-DFD7-2164-052D054A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60E1-94B3-7EDF-FBE7-18506AAAF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25F2A-02F7-D840-A6BA-81836B9BC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7427F-0DA6-8524-4116-4ED2CDCCC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222F1-9938-0CA6-9083-191290C5C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3B167-E2A1-E298-3127-CFBE0D7E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75613-BEBC-EFAE-8EBE-6D2994F4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4EB48-CD90-D9DF-13C3-2AA9BC96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9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3E66-0463-AF40-2923-9B5A00A4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912B1-9224-C02E-03BF-8E4FB9CA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39562-BEB8-52D2-811B-B8FE21D0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B23AB-96DD-F023-4867-6AC67AC2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67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4F01A-4384-9F53-065F-0F08D4F9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5E16F-D9C3-C594-B550-661E9A2F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8EC0C-9D81-76EE-C863-BC8180EF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7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322C-1AA7-5D48-396D-D9C71ED6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FAD6-6BA5-1E28-E388-20003EC6C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7789B-EDF4-9573-643B-7CEEBD15D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3FCDA-50CD-5F74-7DEB-7AA149BFB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B3933-943E-7C00-F03C-60013FF2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8A6DC-7F15-511E-68E9-6EA8C6A0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1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825E-FECA-D8B1-E1B2-12EDE359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0F4CF-DA8C-9CCE-F833-F750ED3CE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A892D-F996-2658-0C67-9846476D7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ED995-1582-B334-F1DA-E3C5AC17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80DB1-CC11-32C4-6DEC-3D9B481D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60AA9-1FD6-5954-9A2E-5A91A293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1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3B63-8760-997E-ED42-D2BC3666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A36D0-94E4-876F-760C-2511968A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CA004-3A67-BE8A-BFBA-808FE721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58776-F9DD-00EA-96DF-58B38B1A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FC6C-8F91-211F-830E-7335FD60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76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3DD9C-9E90-B1B2-69D6-D63FD9E38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F01B6-8240-F001-2117-05932B57D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DAABC-3D97-BB53-D788-09521F08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F78C-A77D-0BCD-8D3B-8ECC0492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ED54-0A7C-400F-011E-1C514546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692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32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1D779-2316-7351-5558-ED171BEA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DB333-2501-F5ED-B4A4-0856430EF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3DE4-4476-9690-2F9B-2A66C05AF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3505B-E8F7-4224-8413-2E707B1D0905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A4ED-743A-B2B1-3331-D319CDFE3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7BC04-9B3F-E669-26DC-036488040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73070-E356-466A-B0E2-C23E363D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39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60;p13">
            <a:extLst>
              <a:ext uri="{FF2B5EF4-FFF2-40B4-BE49-F238E27FC236}">
                <a16:creationId xmlns:a16="http://schemas.microsoft.com/office/drawing/2014/main" id="{58C33088-1700-D823-3C65-37EFB07117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4204" y="139450"/>
            <a:ext cx="1000718" cy="22078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59;p13">
            <a:extLst>
              <a:ext uri="{FF2B5EF4-FFF2-40B4-BE49-F238E27FC236}">
                <a16:creationId xmlns:a16="http://schemas.microsoft.com/office/drawing/2014/main" id="{6D6A85C4-019A-0E7C-6A7D-EB9D9C6C0D7C}"/>
              </a:ext>
            </a:extLst>
          </p:cNvPr>
          <p:cNvSpPr txBox="1"/>
          <p:nvPr/>
        </p:nvSpPr>
        <p:spPr>
          <a:xfrm>
            <a:off x="197495" y="251072"/>
            <a:ext cx="99029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2000" b="1" dirty="0">
                <a:solidFill>
                  <a:schemeClr val="dk1"/>
                </a:solidFill>
                <a:latin typeface="Aptos Display"/>
                <a:ea typeface="Verdana"/>
              </a:rPr>
              <a:t>Abridge AI: Elevating Healthcare Conversations with Cutting-edge precision</a:t>
            </a:r>
          </a:p>
        </p:txBody>
      </p:sp>
      <p:sp>
        <p:nvSpPr>
          <p:cNvPr id="22" name="Google Shape;56;p13">
            <a:extLst>
              <a:ext uri="{FF2B5EF4-FFF2-40B4-BE49-F238E27FC236}">
                <a16:creationId xmlns:a16="http://schemas.microsoft.com/office/drawing/2014/main" id="{38343F25-A974-B24D-7B99-37A98B3CE70E}"/>
              </a:ext>
            </a:extLst>
          </p:cNvPr>
          <p:cNvSpPr txBox="1"/>
          <p:nvPr/>
        </p:nvSpPr>
        <p:spPr>
          <a:xfrm>
            <a:off x="7137585" y="1765062"/>
            <a:ext cx="347976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Benefits</a:t>
            </a:r>
            <a:endParaRPr lang="en-IN" sz="140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49963-8B59-86F4-B884-768A9A9E43A7}"/>
              </a:ext>
            </a:extLst>
          </p:cNvPr>
          <p:cNvSpPr txBox="1"/>
          <p:nvPr/>
        </p:nvSpPr>
        <p:spPr>
          <a:xfrm>
            <a:off x="161365" y="558786"/>
            <a:ext cx="11791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Aptos Display"/>
              </a:rPr>
              <a:t>A pioneer in transformative healthcare experiences through precise medical conversation transcription, analysis, and insights partnered with Sedin to digitally enhance patient-doctor interaction.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514B513-DC93-6C3D-39DC-37B3D60A773B}"/>
              </a:ext>
            </a:extLst>
          </p:cNvPr>
          <p:cNvGrpSpPr/>
          <p:nvPr/>
        </p:nvGrpSpPr>
        <p:grpSpPr>
          <a:xfrm>
            <a:off x="156714" y="1724925"/>
            <a:ext cx="6466007" cy="1327993"/>
            <a:chOff x="166740" y="993004"/>
            <a:chExt cx="6466007" cy="132799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F16C7A0-C105-C859-3E5A-77AC9762342D}"/>
                </a:ext>
              </a:extLst>
            </p:cNvPr>
            <p:cNvSpPr txBox="1"/>
            <p:nvPr/>
          </p:nvSpPr>
          <p:spPr>
            <a:xfrm>
              <a:off x="168628" y="993004"/>
              <a:ext cx="958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sz="1400" b="1">
                  <a:solidFill>
                    <a:schemeClr val="dk1"/>
                  </a:solidFill>
                  <a:latin typeface="+mj-lt"/>
                  <a:ea typeface="Verdana"/>
                  <a:cs typeface="Verdana"/>
                  <a:sym typeface="Verdana"/>
                </a:rPr>
                <a:t>Challenge</a:t>
              </a:r>
              <a:endParaRPr lang="en-IN" sz="1400">
                <a:latin typeface="+mj-lt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AE38E3-D48D-9308-BF78-276B82BA0E27}"/>
                </a:ext>
              </a:extLst>
            </p:cNvPr>
            <p:cNvSpPr txBox="1"/>
            <p:nvPr/>
          </p:nvSpPr>
          <p:spPr>
            <a:xfrm>
              <a:off x="166740" y="1366890"/>
              <a:ext cx="6466007" cy="9541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​Patients face challenges in understanding real-time conversations with their doctors. </a:t>
              </a:r>
              <a:endParaRPr lang="en-US" sz="1400">
                <a:latin typeface="Aptos" panose="02110004020202020204"/>
                <a:cs typeface="Segoe UI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There is also a need for solutions that enable recording, real-time transcription, and improved understanding of medical-specific terminologies during medical interactions.​</a:t>
              </a:r>
              <a:endParaRPr lang="en-US" sz="14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306640-5C2E-ADCB-4549-3115CB4DC6F4}"/>
              </a:ext>
            </a:extLst>
          </p:cNvPr>
          <p:cNvGrpSpPr/>
          <p:nvPr/>
        </p:nvGrpSpPr>
        <p:grpSpPr>
          <a:xfrm>
            <a:off x="160678" y="3427275"/>
            <a:ext cx="6740053" cy="1912895"/>
            <a:chOff x="160678" y="4078986"/>
            <a:chExt cx="6740053" cy="191289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CCEE9C-1E19-D8B6-C787-D9F98CA8FC4A}"/>
                </a:ext>
              </a:extLst>
            </p:cNvPr>
            <p:cNvSpPr txBox="1"/>
            <p:nvPr/>
          </p:nvSpPr>
          <p:spPr>
            <a:xfrm>
              <a:off x="160678" y="4078986"/>
              <a:ext cx="8563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>
                  <a:solidFill>
                    <a:schemeClr val="dk1"/>
                  </a:solidFill>
                  <a:latin typeface="+mj-lt"/>
                  <a:ea typeface="Verdana"/>
                  <a:cs typeface="Verdana"/>
                  <a:sym typeface="Verdana"/>
                </a:rPr>
                <a:t>Solution </a:t>
              </a:r>
              <a:endParaRPr lang="en-IN" sz="1400">
                <a:solidFill>
                  <a:schemeClr val="dk1"/>
                </a:solidFill>
                <a:latin typeface="+mj-lt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003FC2-8611-C4AF-C085-54D5E8EAA97F}"/>
                </a:ext>
              </a:extLst>
            </p:cNvPr>
            <p:cNvSpPr txBox="1"/>
            <p:nvPr/>
          </p:nvSpPr>
          <p:spPr>
            <a:xfrm>
              <a:off x="170261" y="4391443"/>
              <a:ext cx="6730470" cy="16004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Full-spectrum application launch management ​for iOS and Android native apps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Robust uninterrupted recording capabilities​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Real-time dynamic audio streaming​ to generate real time insights and transcripts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Cutting edge speech transcription, with a key summary tailored for medical jargon understanding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Automated highlights and explanations for medical jargons​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400" dirty="0">
                  <a:latin typeface="Aptos Display"/>
                  <a:cs typeface="Segoe UI"/>
                </a:rPr>
                <a:t>HIPAA compliant assurance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FD0564A-BE23-38DD-F8EA-BE81B01131EE}"/>
              </a:ext>
            </a:extLst>
          </p:cNvPr>
          <p:cNvSpPr txBox="1"/>
          <p:nvPr/>
        </p:nvSpPr>
        <p:spPr>
          <a:xfrm>
            <a:off x="7079052" y="2057923"/>
            <a:ext cx="48651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dirty="0">
              <a:latin typeface="Aptos Display"/>
            </a:endParaRPr>
          </a:p>
          <a:p>
            <a:pPr marL="171450" lvl="1" indent="-171450">
              <a:buFont typeface="Arial"/>
              <a:buChar char="•"/>
            </a:pPr>
            <a:r>
              <a:rPr lang="en-US" sz="1400" b="1" dirty="0">
                <a:latin typeface="Aptos Display"/>
              </a:rPr>
              <a:t>85% accuracy</a:t>
            </a:r>
            <a:r>
              <a:rPr lang="en-US" sz="1400" dirty="0">
                <a:latin typeface="Aptos Display"/>
              </a:rPr>
              <a:t> in conversation transcription</a:t>
            </a:r>
          </a:p>
          <a:p>
            <a:pPr marL="171450" lvl="1" indent="-171450">
              <a:buFont typeface="Arial"/>
              <a:buChar char="•"/>
            </a:pPr>
            <a:r>
              <a:rPr lang="en-US" sz="1400" b="1" dirty="0">
                <a:latin typeface="Aptos Display"/>
              </a:rPr>
              <a:t>Immediate review, improving efficiency by over 90%</a:t>
            </a:r>
          </a:p>
          <a:p>
            <a:pPr marL="171450" lvl="1" indent="-171450">
              <a:buFont typeface="Arial"/>
              <a:buChar char="•"/>
            </a:pPr>
            <a:r>
              <a:rPr lang="en-US" sz="1400" b="1" dirty="0">
                <a:latin typeface="Aptos Display"/>
              </a:rPr>
              <a:t>100% uninterrupted sessions</a:t>
            </a:r>
            <a:endParaRPr lang="en-US" sz="1400" dirty="0">
              <a:latin typeface="Aptos Display"/>
            </a:endParaRPr>
          </a:p>
        </p:txBody>
      </p:sp>
      <p:pic>
        <p:nvPicPr>
          <p:cNvPr id="9" name="Google Shape;71;p13" descr="A group of people sitting at a table with laptops&#10;&#10;AI-generated content may be incorrect.">
            <a:extLst>
              <a:ext uri="{FF2B5EF4-FFF2-40B4-BE49-F238E27FC236}">
                <a16:creationId xmlns:a16="http://schemas.microsoft.com/office/drawing/2014/main" id="{D635862F-52FC-BAF5-7625-6C1F8C185BA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1640" y="4172901"/>
            <a:ext cx="3906653" cy="2321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919197-6D4B-6A16-8808-6B4C22529548}"/>
              </a:ext>
            </a:extLst>
          </p:cNvPr>
          <p:cNvSpPr txBox="1"/>
          <p:nvPr/>
        </p:nvSpPr>
        <p:spPr>
          <a:xfrm>
            <a:off x="197223" y="5561875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Technologies</a:t>
            </a:r>
            <a:endParaRPr lang="en-IN" sz="1400" dirty="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pic>
        <p:nvPicPr>
          <p:cNvPr id="13" name="Google Shape;62;p13">
            <a:extLst>
              <a:ext uri="{FF2B5EF4-FFF2-40B4-BE49-F238E27FC236}">
                <a16:creationId xmlns:a16="http://schemas.microsoft.com/office/drawing/2014/main" id="{AC50158F-A78D-419B-1C48-76EB9EAFEE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554" t="42378" r="6102" b="4302"/>
          <a:stretch/>
        </p:blipFill>
        <p:spPr>
          <a:xfrm>
            <a:off x="746131" y="6182605"/>
            <a:ext cx="328401" cy="25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4;p13">
            <a:extLst>
              <a:ext uri="{FF2B5EF4-FFF2-40B4-BE49-F238E27FC236}">
                <a16:creationId xmlns:a16="http://schemas.microsoft.com/office/drawing/2014/main" id="{4B6C1EC6-615D-9FAF-E4CD-2AF1B137FC7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4145" t="20222" r="23849" b="43666"/>
          <a:stretch/>
        </p:blipFill>
        <p:spPr>
          <a:xfrm>
            <a:off x="1249414" y="6137445"/>
            <a:ext cx="549064" cy="29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68;p13">
            <a:extLst>
              <a:ext uri="{FF2B5EF4-FFF2-40B4-BE49-F238E27FC236}">
                <a16:creationId xmlns:a16="http://schemas.microsoft.com/office/drawing/2014/main" id="{C76A982A-4B1C-CAA1-297F-B855A4DD75A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22986" y="6184601"/>
            <a:ext cx="248500" cy="248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891493-385D-D77E-979A-8CDD14282F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26" y="6153651"/>
            <a:ext cx="285750" cy="285750"/>
          </a:xfrm>
          <a:prstGeom prst="rect">
            <a:avLst/>
          </a:prstGeom>
        </p:spPr>
      </p:pic>
      <p:pic>
        <p:nvPicPr>
          <p:cNvPr id="4" name="Picture 3" descr="A logo of a coffee cup&#10;&#10;Description automatically generated">
            <a:extLst>
              <a:ext uri="{FF2B5EF4-FFF2-40B4-BE49-F238E27FC236}">
                <a16:creationId xmlns:a16="http://schemas.microsoft.com/office/drawing/2014/main" id="{8A3AB20D-C993-592A-F0AF-81DCBE86EF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0007" y="6143876"/>
            <a:ext cx="476250" cy="4857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79D36F-4C1E-BB4F-4AE5-F377473F9297}"/>
              </a:ext>
            </a:extLst>
          </p:cNvPr>
          <p:cNvSpPr txBox="1"/>
          <p:nvPr/>
        </p:nvSpPr>
        <p:spPr>
          <a:xfrm>
            <a:off x="154852" y="1079211"/>
            <a:ext cx="11791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Sedin extensively researched React Native design patterns and best practices to keep the app current, while also translating the C-based </a:t>
            </a:r>
            <a:r>
              <a:rPr lang="en-US" sz="1400" dirty="0" err="1">
                <a:ea typeface="+mn-lt"/>
                <a:cs typeface="+mn-lt"/>
              </a:rPr>
              <a:t>libflac</a:t>
            </a:r>
            <a:r>
              <a:rPr lang="en-US" sz="1400" dirty="0">
                <a:ea typeface="+mn-lt"/>
                <a:cs typeface="+mn-lt"/>
              </a:rPr>
              <a:t> library to the latest technologies.</a:t>
            </a:r>
          </a:p>
        </p:txBody>
      </p:sp>
      <p:pic>
        <p:nvPicPr>
          <p:cNvPr id="16" name="Picture 15" descr="A grey text on a white background&#10;&#10;AI-generated content may be incorrect.">
            <a:extLst>
              <a:ext uri="{FF2B5EF4-FFF2-40B4-BE49-F238E27FC236}">
                <a16:creationId xmlns:a16="http://schemas.microsoft.com/office/drawing/2014/main" id="{B8BE4B22-F97E-7F1C-7986-E352BDF1AC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7845" y="6161276"/>
            <a:ext cx="535083" cy="196663"/>
          </a:xfrm>
          <a:prstGeom prst="rect">
            <a:avLst/>
          </a:prstGeom>
        </p:spPr>
      </p:pic>
      <p:pic>
        <p:nvPicPr>
          <p:cNvPr id="17" name="Picture 16" descr="A logo of a cloud&#10;&#10;AI-generated content may be incorrect.">
            <a:extLst>
              <a:ext uri="{FF2B5EF4-FFF2-40B4-BE49-F238E27FC236}">
                <a16:creationId xmlns:a16="http://schemas.microsoft.com/office/drawing/2014/main" id="{49B80C57-CA1A-B54D-7436-01E119C5FE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1691" y="6154271"/>
            <a:ext cx="400808" cy="340660"/>
          </a:xfrm>
          <a:prstGeom prst="rect">
            <a:avLst/>
          </a:prstGeom>
        </p:spPr>
      </p:pic>
      <p:pic>
        <p:nvPicPr>
          <p:cNvPr id="11" name="Picture 10" descr="A purple and white logo&#10;&#10;AI-generated content may be incorrect.">
            <a:extLst>
              <a:ext uri="{FF2B5EF4-FFF2-40B4-BE49-F238E27FC236}">
                <a16:creationId xmlns:a16="http://schemas.microsoft.com/office/drawing/2014/main" id="{8683E1A0-CC4C-8210-BD2B-F478EE6E04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2689" y="6189374"/>
            <a:ext cx="503670" cy="136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12B9A9-4CA9-B0B3-C2D8-43CE3A8BAE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0495" y="6283036"/>
            <a:ext cx="598920" cy="139700"/>
          </a:xfrm>
          <a:prstGeom prst="rect">
            <a:avLst/>
          </a:prstGeom>
        </p:spPr>
      </p:pic>
      <p:pic>
        <p:nvPicPr>
          <p:cNvPr id="15" name="Picture 14" descr="A logo with a bird in the middle&#10;&#10;AI-generated content may be incorrect.">
            <a:extLst>
              <a:ext uri="{FF2B5EF4-FFF2-40B4-BE49-F238E27FC236}">
                <a16:creationId xmlns:a16="http://schemas.microsoft.com/office/drawing/2014/main" id="{B0485199-8924-5EB8-0B68-BB4E645EB6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5877" y="6255807"/>
            <a:ext cx="265894" cy="2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1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BCC78793E79247A15D46A87E89F81B" ma:contentTypeVersion="16" ma:contentTypeDescription="Create a new document." ma:contentTypeScope="" ma:versionID="d142e8506837d0bae9c652f8d6ba7925">
  <xsd:schema xmlns:xsd="http://www.w3.org/2001/XMLSchema" xmlns:xs="http://www.w3.org/2001/XMLSchema" xmlns:p="http://schemas.microsoft.com/office/2006/metadata/properties" xmlns:ns1="http://schemas.microsoft.com/sharepoint/v3" xmlns:ns2="713a8f55-23a8-4f23-a9ea-510bc0cd49cc" targetNamespace="http://schemas.microsoft.com/office/2006/metadata/properties" ma:root="true" ma:fieldsID="ff88f66d146a897bf82702f48a5cefbe" ns1:_="" ns2:_="">
    <xsd:import namespace="http://schemas.microsoft.com/sharepoint/v3"/>
    <xsd:import namespace="713a8f55-23a8-4f23-a9ea-510bc0cd49cc"/>
    <xsd:element name="properties">
      <xsd:complexType>
        <xsd:sequence>
          <xsd:element name="documentManagement">
            <xsd:complexType>
              <xsd:all>
                <xsd:element ref="ns2:BU" minOccurs="0"/>
                <xsd:element ref="ns2:Service" minOccurs="0"/>
                <xsd:element ref="ns2:Domain" minOccurs="0"/>
                <xsd:element ref="ns2:Technology" minOccurs="0"/>
                <xsd:element ref="ns2:DocumentType" minOccurs="0"/>
                <xsd:element ref="ns2:DocumentDat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Key_x0020_Point" minOccurs="0"/>
                <xsd:element ref="ns2:Industry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0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1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a8f55-23a8-4f23-a9ea-510bc0cd49cc" elementFormDefault="qualified">
    <xsd:import namespace="http://schemas.microsoft.com/office/2006/documentManagement/types"/>
    <xsd:import namespace="http://schemas.microsoft.com/office/infopath/2007/PartnerControls"/>
    <xsd:element name="BU" ma:index="2" nillable="true" ma:displayName="BU" ma:description="Business Unit" ma:format="Dropdown" ma:list="af30c16a-7230-475d-a986-f5b3922b8bdb" ma:internalName="BU" ma:readOnly="false" ma:showField="BUMaster">
      <xsd:simpleType>
        <xsd:restriction base="dms:Lookup"/>
      </xsd:simpleType>
    </xsd:element>
    <xsd:element name="Service" ma:index="3" nillable="true" ma:displayName="Service" ma:format="Dropdown" ma:list="af30c16a-7230-475d-a986-f5b3922b8bdb" ma:internalName="Service" ma:readOnly="false" ma:showField="Services">
      <xsd:simpleType>
        <xsd:restriction base="dms:Lookup"/>
      </xsd:simpleType>
    </xsd:element>
    <xsd:element name="Domain" ma:index="4" nillable="true" ma:displayName="Domain" ma:format="Dropdown" ma:list="af30c16a-7230-475d-a986-f5b3922b8bdb" ma:internalName="Domain" ma:readOnly="false" ma:showField="Domains">
      <xsd:simpleType>
        <xsd:restriction base="dms:Lookup"/>
      </xsd:simpleType>
    </xsd:element>
    <xsd:element name="Technology" ma:index="5" nillable="true" ma:displayName="Technology" ma:format="Dropdown" ma:list="af30c16a-7230-475d-a986-f5b3922b8bdb" ma:internalName="Technology" ma:readOnly="false" ma:showField="Technology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cumentType" ma:index="6" nillable="true" ma:displayName="Document Type" ma:format="Dropdown" ma:list="af30c16a-7230-475d-a986-f5b3922b8bdb" ma:internalName="DocumentType" ma:readOnly="false" ma:showField="DocumentType">
      <xsd:simpleType>
        <xsd:restriction base="dms:Lookup"/>
      </xsd:simpleType>
    </xsd:element>
    <xsd:element name="DocumentDate" ma:index="13" nillable="true" ma:displayName="Document Date" ma:format="DateOnly" ma:internalName="DocumentDate">
      <xsd:simpleType>
        <xsd:restriction base="dms:DateTime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Key_x0020_Point" ma:index="18" nillable="true" ma:displayName="Key Point" ma:description="Use this column to enter unique talking points for case" ma:internalName="Key_x0020_Point">
      <xsd:simpleType>
        <xsd:restriction base="dms:Note">
          <xsd:maxLength value="255"/>
        </xsd:restriction>
      </xsd:simpleType>
    </xsd:element>
    <xsd:element name="Industry" ma:index="19" nillable="true" ma:displayName="Industry" ma:format="Dropdown" ma:list="af30c16a-7230-475d-a986-f5b3922b8bdb" ma:internalName="Industry" ma:showField="Industry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Customer Nam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rvice xmlns="713a8f55-23a8-4f23-a9ea-510bc0cd49cc" xsi:nil="true"/>
    <BU xmlns="713a8f55-23a8-4f23-a9ea-510bc0cd49cc">2</BU>
    <Key_x0020_Point xmlns="713a8f55-23a8-4f23-a9ea-510bc0cd49cc" xsi:nil="true"/>
    <Domain xmlns="713a8f55-23a8-4f23-a9ea-510bc0cd49cc">32</Domain>
    <DocumentType xmlns="713a8f55-23a8-4f23-a9ea-510bc0cd49cc">1</DocumentType>
    <DocumentDate xmlns="713a8f55-23a8-4f23-a9ea-510bc0cd49cc" xsi:nil="true"/>
    <Industry xmlns="713a8f55-23a8-4f23-a9ea-510bc0cd49cc">12</Industry>
    <Technology xmlns="713a8f55-23a8-4f23-a9ea-510bc0cd49cc">
      <Value>94</Value>
      <Value>83</Value>
      <Value>45</Value>
      <Value>63</Value>
      <Value>48</Value>
      <Value>57</Value>
      <Value>22</Value>
      <Value>114</Value>
      <Value>2</Value>
    </Technology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B410A72-DEBD-478A-A942-105BA42FD570}"/>
</file>

<file path=customXml/itemProps2.xml><?xml version="1.0" encoding="utf-8"?>
<ds:datastoreItem xmlns:ds="http://schemas.openxmlformats.org/officeDocument/2006/customXml" ds:itemID="{63FEEA6F-3EEE-4096-AB3B-94D38C4601B6}"/>
</file>

<file path=customXml/itemProps3.xml><?xml version="1.0" encoding="utf-8"?>
<ds:datastoreItem xmlns:ds="http://schemas.openxmlformats.org/officeDocument/2006/customXml" ds:itemID="{FAFA8DEE-FAD1-4C72-9079-05632649D3F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Sharma B M</dc:creator>
  <cp:revision>411</cp:revision>
  <dcterms:created xsi:type="dcterms:W3CDTF">2024-12-18T06:55:26Z</dcterms:created>
  <dcterms:modified xsi:type="dcterms:W3CDTF">2025-02-25T07:17:06Z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0x010100C8BCC78793E79247A15D46A87E89F81B</vt:lpwstr>
  </property>
</Properties>
</file>