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Override PartName="/ppt/changesInfos/changesInfo1.xml" ContentType="application/vnd.ms-powerpoint.changesinfo+xml"/>
  <Override PartName="/ppt/notesMasters/notesMaster1.xml" ContentType="application/vnd.openxmlformats-officedocument.presentationml.notesMaster+xml"/>
  <Override PartName="/ppt/theme/theme2.xml" ContentType="application/vnd.openxmlformats-officedocument.theme+xml"/>
  <Override PartName="/ppt/notesSlides/notesSlide1.xml" ContentType="application/vnd.openxmlformats-officedocument.presentationml.notesSlide+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3"/>
  </p:notesMasterIdLst>
  <p:sldIdLst>
    <p:sldId id="256" r:id="rId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slideViewPr>
    <p:cSldViewPr snapToGrid="0">
      <p:cViewPr>
        <p:scale>
          <a:sx n="1" d="2"/>
          <a:sy n="1" d="2"/>
        </p:scale>
        <p:origin x="0" y="0"/>
      </p:cViewPr>
      <p:guideLst/>
    </p:cSldViewPr>
  </p:slideViewPr>
  <p:gridSpacing cx="76200" cy="76200"/>
</p:viewPr>
</file>

<file path=ppt/_rels/presentation.xml.rels><?xml version="1.0" encoding="UTF-8" standalone="yes"?>
<Relationships xmlns="http://schemas.openxmlformats.org/package/2006/relationships"><Relationship Id="rId8" Type="http://schemas.microsoft.com/office/2016/11/relationships/changesInfo" Target="changesInfos/changesInfo1.xml"/><Relationship Id="rId3" Type="http://schemas.openxmlformats.org/officeDocument/2006/relationships/notesMaster" Target="notesMasters/notesMaster1.xml"/><Relationship Id="rId7" Type="http://schemas.openxmlformats.org/officeDocument/2006/relationships/tableStyles" Target="tableStyle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theme" Target="theme/theme1.xml"/><Relationship Id="rId11" Type="http://schemas.openxmlformats.org/officeDocument/2006/relationships/customXml" Target="../customXml/item3.xml"/><Relationship Id="rId5" Type="http://schemas.openxmlformats.org/officeDocument/2006/relationships/viewProps" Target="viewProps.xml"/><Relationship Id="rId10" Type="http://schemas.openxmlformats.org/officeDocument/2006/relationships/customXml" Target="../customXml/item2.xml"/><Relationship Id="rId4" Type="http://schemas.openxmlformats.org/officeDocument/2006/relationships/presProps" Target="presProps.xml"/><Relationship Id="rId9" Type="http://schemas.openxmlformats.org/officeDocument/2006/relationships/customXml" Target="../customXml/item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Venkat Sharma B M" userId="S::venkatsharma@sedintechnologies.com::421eef6c-a78d-4201-810e-874725247fa1" providerId="AD" clId="Web-{15474BAD-D545-6D6A-7BD9-3660F885C29F}"/>
    <pc:docChg chg="modSld">
      <pc:chgData name="Venkat Sharma B M" userId="S::venkatsharma@sedintechnologies.com::421eef6c-a78d-4201-810e-874725247fa1" providerId="AD" clId="Web-{15474BAD-D545-6D6A-7BD9-3660F885C29F}" dt="2025-02-04T08:44:36.390" v="7" actId="1076"/>
      <pc:docMkLst>
        <pc:docMk/>
      </pc:docMkLst>
      <pc:sldChg chg="modSp">
        <pc:chgData name="Venkat Sharma B M" userId="S::venkatsharma@sedintechnologies.com::421eef6c-a78d-4201-810e-874725247fa1" providerId="AD" clId="Web-{15474BAD-D545-6D6A-7BD9-3660F885C29F}" dt="2025-02-04T08:44:36.390" v="7" actId="1076"/>
        <pc:sldMkLst>
          <pc:docMk/>
          <pc:sldMk cId="109857222" sldId="256"/>
        </pc:sldMkLst>
        <pc:spChg chg="mod">
          <ac:chgData name="Venkat Sharma B M" userId="S::venkatsharma@sedintechnologies.com::421eef6c-a78d-4201-810e-874725247fa1" providerId="AD" clId="Web-{15474BAD-D545-6D6A-7BD9-3660F885C29F}" dt="2025-02-04T08:38:58.853" v="5" actId="20577"/>
          <ac:spMkLst>
            <pc:docMk/>
            <pc:sldMk cId="109857222" sldId="256"/>
            <ac:spMk id="10" creationId="{019991EE-5594-40D1-7635-10D3A6F56987}"/>
          </ac:spMkLst>
        </pc:spChg>
        <pc:picChg chg="mod">
          <ac:chgData name="Venkat Sharma B M" userId="S::venkatsharma@sedintechnologies.com::421eef6c-a78d-4201-810e-874725247fa1" providerId="AD" clId="Web-{15474BAD-D545-6D6A-7BD9-3660F885C29F}" dt="2025-02-04T08:44:36.390" v="7" actId="1076"/>
          <ac:picMkLst>
            <pc:docMk/>
            <pc:sldMk cId="109857222" sldId="256"/>
            <ac:picMk id="27" creationId="{629D5BD2-64CD-E044-F158-026CE18D8682}"/>
          </ac:picMkLst>
        </pc:picChg>
      </pc:sldChg>
    </pc:docChg>
  </pc:docChgLst>
  <pc:docChgLst>
    <pc:chgData name="Archana Beny" userId="S::archana@sedintechnologies.com::289fbc0e-ad13-4ae0-b425-a6d2d615eeb0" providerId="AD" clId="Web-{26C5E5AC-CD6F-2E32-B628-75E4C3B26CAA}"/>
    <pc:docChg chg="modSld">
      <pc:chgData name="Archana Beny" userId="S::archana@sedintechnologies.com::289fbc0e-ad13-4ae0-b425-a6d2d615eeb0" providerId="AD" clId="Web-{26C5E5AC-CD6F-2E32-B628-75E4C3B26CAA}" dt="2025-02-04T07:31:56.503" v="2" actId="20577"/>
      <pc:docMkLst>
        <pc:docMk/>
      </pc:docMkLst>
      <pc:sldChg chg="modSp">
        <pc:chgData name="Archana Beny" userId="S::archana@sedintechnologies.com::289fbc0e-ad13-4ae0-b425-a6d2d615eeb0" providerId="AD" clId="Web-{26C5E5AC-CD6F-2E32-B628-75E4C3B26CAA}" dt="2025-02-04T07:31:56.503" v="2" actId="20577"/>
        <pc:sldMkLst>
          <pc:docMk/>
          <pc:sldMk cId="109857222" sldId="256"/>
        </pc:sldMkLst>
        <pc:spChg chg="mod">
          <ac:chgData name="Archana Beny" userId="S::archana@sedintechnologies.com::289fbc0e-ad13-4ae0-b425-a6d2d615eeb0" providerId="AD" clId="Web-{26C5E5AC-CD6F-2E32-B628-75E4C3B26CAA}" dt="2025-02-04T07:31:56.503" v="2" actId="20577"/>
          <ac:spMkLst>
            <pc:docMk/>
            <pc:sldMk cId="109857222" sldId="256"/>
            <ac:spMk id="4" creationId="{F9BC7766-A1BF-EEAF-006D-A63DE544C18B}"/>
          </ac:spMkLst>
        </pc:spChg>
        <pc:spChg chg="mod">
          <ac:chgData name="Archana Beny" userId="S::archana@sedintechnologies.com::289fbc0e-ad13-4ae0-b425-a6d2d615eeb0" providerId="AD" clId="Web-{26C5E5AC-CD6F-2E32-B628-75E4C3B26CAA}" dt="2025-02-04T07:23:59.222" v="0" actId="1076"/>
          <ac:spMkLst>
            <pc:docMk/>
            <pc:sldMk cId="109857222" sldId="256"/>
            <ac:spMk id="10" creationId="{019991EE-5594-40D1-7635-10D3A6F56987}"/>
          </ac:spMkLst>
        </pc:spChg>
      </pc:sldChg>
    </pc:docChg>
  </pc:docChgLst>
  <pc:docChgLst>
    <pc:chgData name="Venkat Sharma B M" userId="S::venkatsharma@sedintechnologies.com::421eef6c-a78d-4201-810e-874725247fa1" providerId="AD" clId="Web-{57A53073-8315-BBA2-E40E-A43B1C034340}"/>
    <pc:docChg chg="addSld delSld modSld">
      <pc:chgData name="Venkat Sharma B M" userId="S::venkatsharma@sedintechnologies.com::421eef6c-a78d-4201-810e-874725247fa1" providerId="AD" clId="Web-{57A53073-8315-BBA2-E40E-A43B1C034340}" dt="2025-01-17T07:23:19.088" v="209" actId="14100"/>
      <pc:docMkLst>
        <pc:docMk/>
      </pc:docMkLst>
      <pc:sldChg chg="addSp delSp modSp">
        <pc:chgData name="Venkat Sharma B M" userId="S::venkatsharma@sedintechnologies.com::421eef6c-a78d-4201-810e-874725247fa1" providerId="AD" clId="Web-{57A53073-8315-BBA2-E40E-A43B1C034340}" dt="2025-01-17T07:23:19.088" v="209" actId="14100"/>
        <pc:sldMkLst>
          <pc:docMk/>
          <pc:sldMk cId="109857222" sldId="256"/>
        </pc:sldMkLst>
        <pc:spChg chg="del">
          <ac:chgData name="Venkat Sharma B M" userId="S::venkatsharma@sedintechnologies.com::421eef6c-a78d-4201-810e-874725247fa1" providerId="AD" clId="Web-{57A53073-8315-BBA2-E40E-A43B1C034340}" dt="2025-01-17T06:22:23.377" v="0"/>
          <ac:spMkLst>
            <pc:docMk/>
            <pc:sldMk cId="109857222" sldId="256"/>
            <ac:spMk id="2" creationId="{00000000-0000-0000-0000-000000000000}"/>
          </ac:spMkLst>
        </pc:spChg>
        <pc:spChg chg="del">
          <ac:chgData name="Venkat Sharma B M" userId="S::venkatsharma@sedintechnologies.com::421eef6c-a78d-4201-810e-874725247fa1" providerId="AD" clId="Web-{57A53073-8315-BBA2-E40E-A43B1C034340}" dt="2025-01-17T06:22:28.064" v="1"/>
          <ac:spMkLst>
            <pc:docMk/>
            <pc:sldMk cId="109857222" sldId="256"/>
            <ac:spMk id="3" creationId="{00000000-0000-0000-0000-000000000000}"/>
          </ac:spMkLst>
        </pc:spChg>
        <pc:spChg chg="add mod">
          <ac:chgData name="Venkat Sharma B M" userId="S::venkatsharma@sedintechnologies.com::421eef6c-a78d-4201-810e-874725247fa1" providerId="AD" clId="Web-{57A53073-8315-BBA2-E40E-A43B1C034340}" dt="2025-01-17T06:26:58.834" v="36" actId="20577"/>
          <ac:spMkLst>
            <pc:docMk/>
            <pc:sldMk cId="109857222" sldId="256"/>
            <ac:spMk id="4" creationId="{F9BC7766-A1BF-EEAF-006D-A63DE544C18B}"/>
          </ac:spMkLst>
        </pc:spChg>
        <pc:spChg chg="add mod">
          <ac:chgData name="Venkat Sharma B M" userId="S::venkatsharma@sedintechnologies.com::421eef6c-a78d-4201-810e-874725247fa1" providerId="AD" clId="Web-{57A53073-8315-BBA2-E40E-A43B1C034340}" dt="2025-01-17T06:27:35.178" v="54" actId="20577"/>
          <ac:spMkLst>
            <pc:docMk/>
            <pc:sldMk cId="109857222" sldId="256"/>
            <ac:spMk id="5" creationId="{59D9132C-8658-C386-5E95-061E37F43407}"/>
          </ac:spMkLst>
        </pc:spChg>
        <pc:spChg chg="add mod">
          <ac:chgData name="Venkat Sharma B M" userId="S::venkatsharma@sedintechnologies.com::421eef6c-a78d-4201-810e-874725247fa1" providerId="AD" clId="Web-{57A53073-8315-BBA2-E40E-A43B1C034340}" dt="2025-01-17T07:23:19.088" v="209" actId="14100"/>
          <ac:spMkLst>
            <pc:docMk/>
            <pc:sldMk cId="109857222" sldId="256"/>
            <ac:spMk id="7" creationId="{EEAE063F-BB85-9905-8310-69FCD436CF0D}"/>
          </ac:spMkLst>
        </pc:spChg>
        <pc:spChg chg="add">
          <ac:chgData name="Venkat Sharma B M" userId="S::venkatsharma@sedintechnologies.com::421eef6c-a78d-4201-810e-874725247fa1" providerId="AD" clId="Web-{57A53073-8315-BBA2-E40E-A43B1C034340}" dt="2025-01-17T06:22:46.346" v="2"/>
          <ac:spMkLst>
            <pc:docMk/>
            <pc:sldMk cId="109857222" sldId="256"/>
            <ac:spMk id="8" creationId="{12F10F12-B59A-397C-4AF4-A3744BF38BC0}"/>
          </ac:spMkLst>
        </pc:spChg>
        <pc:spChg chg="add mod">
          <ac:chgData name="Venkat Sharma B M" userId="S::venkatsharma@sedintechnologies.com::421eef6c-a78d-4201-810e-874725247fa1" providerId="AD" clId="Web-{57A53073-8315-BBA2-E40E-A43B1C034340}" dt="2025-01-17T06:25:11.832" v="24" actId="20577"/>
          <ac:spMkLst>
            <pc:docMk/>
            <pc:sldMk cId="109857222" sldId="256"/>
            <ac:spMk id="10" creationId="{019991EE-5594-40D1-7635-10D3A6F56987}"/>
          </ac:spMkLst>
        </pc:spChg>
        <pc:spChg chg="add topLvl">
          <ac:chgData name="Venkat Sharma B M" userId="S::venkatsharma@sedintechnologies.com::421eef6c-a78d-4201-810e-874725247fa1" providerId="AD" clId="Web-{57A53073-8315-BBA2-E40E-A43B1C034340}" dt="2025-01-17T06:35:14.201" v="69"/>
          <ac:spMkLst>
            <pc:docMk/>
            <pc:sldMk cId="109857222" sldId="256"/>
            <ac:spMk id="12" creationId="{F1F7AAFC-53A3-348D-04CF-F3B3E614319A}"/>
          </ac:spMkLst>
        </pc:spChg>
        <pc:spChg chg="add mod">
          <ac:chgData name="Venkat Sharma B M" userId="S::venkatsharma@sedintechnologies.com::421eef6c-a78d-4201-810e-874725247fa1" providerId="AD" clId="Web-{57A53073-8315-BBA2-E40E-A43B1C034340}" dt="2025-01-17T06:31:24.447" v="65" actId="20577"/>
          <ac:spMkLst>
            <pc:docMk/>
            <pc:sldMk cId="109857222" sldId="256"/>
            <ac:spMk id="15" creationId="{C0025218-0537-2010-C5B7-D07A87C28D5A}"/>
          </ac:spMkLst>
        </pc:spChg>
        <pc:spChg chg="add">
          <ac:chgData name="Venkat Sharma B M" userId="S::venkatsharma@sedintechnologies.com::421eef6c-a78d-4201-810e-874725247fa1" providerId="AD" clId="Web-{57A53073-8315-BBA2-E40E-A43B1C034340}" dt="2025-01-17T06:22:46.346" v="2"/>
          <ac:spMkLst>
            <pc:docMk/>
            <pc:sldMk cId="109857222" sldId="256"/>
            <ac:spMk id="16" creationId="{3B977F67-56AA-EE67-68CE-3E46B7FB0188}"/>
          </ac:spMkLst>
        </pc:spChg>
        <pc:spChg chg="add">
          <ac:chgData name="Venkat Sharma B M" userId="S::venkatsharma@sedintechnologies.com::421eef6c-a78d-4201-810e-874725247fa1" providerId="AD" clId="Web-{57A53073-8315-BBA2-E40E-A43B1C034340}" dt="2025-01-17T06:22:46.346" v="2"/>
          <ac:spMkLst>
            <pc:docMk/>
            <pc:sldMk cId="109857222" sldId="256"/>
            <ac:spMk id="17" creationId="{773C3AAD-B480-6651-F80E-81524F1B29C4}"/>
          </ac:spMkLst>
        </pc:spChg>
        <pc:spChg chg="add mod">
          <ac:chgData name="Venkat Sharma B M" userId="S::venkatsharma@sedintechnologies.com::421eef6c-a78d-4201-810e-874725247fa1" providerId="AD" clId="Web-{57A53073-8315-BBA2-E40E-A43B1C034340}" dt="2025-01-17T06:33:49.715" v="68" actId="20577"/>
          <ac:spMkLst>
            <pc:docMk/>
            <pc:sldMk cId="109857222" sldId="256"/>
            <ac:spMk id="18" creationId="{4C092188-F9D6-0F9A-8910-3130B775973D}"/>
          </ac:spMkLst>
        </pc:spChg>
        <pc:grpChg chg="mod">
          <ac:chgData name="Venkat Sharma B M" userId="S::venkatsharma@sedintechnologies.com::421eef6c-a78d-4201-810e-874725247fa1" providerId="AD" clId="Web-{57A53073-8315-BBA2-E40E-A43B1C034340}" dt="2025-01-17T06:42:28.754" v="107" actId="1076"/>
          <ac:grpSpMkLst>
            <pc:docMk/>
            <pc:sldMk cId="109857222" sldId="256"/>
            <ac:grpSpMk id="9" creationId="{C8849E4B-4264-2789-F535-E70C39ADB38E}"/>
          </ac:grpSpMkLst>
        </pc:grpChg>
        <pc:grpChg chg="del">
          <ac:chgData name="Venkat Sharma B M" userId="S::venkatsharma@sedintechnologies.com::421eef6c-a78d-4201-810e-874725247fa1" providerId="AD" clId="Web-{57A53073-8315-BBA2-E40E-A43B1C034340}" dt="2025-01-17T06:35:14.201" v="69"/>
          <ac:grpSpMkLst>
            <pc:docMk/>
            <pc:sldMk cId="109857222" sldId="256"/>
            <ac:grpSpMk id="11" creationId="{7B9504FA-81CD-046D-27BC-E5389B1F5F53}"/>
          </ac:grpSpMkLst>
        </pc:grpChg>
        <pc:picChg chg="topLvl">
          <ac:chgData name="Venkat Sharma B M" userId="S::venkatsharma@sedintechnologies.com::421eef6c-a78d-4201-810e-874725247fa1" providerId="AD" clId="Web-{57A53073-8315-BBA2-E40E-A43B1C034340}" dt="2025-01-17T06:35:14.201" v="69"/>
          <ac:picMkLst>
            <pc:docMk/>
            <pc:sldMk cId="109857222" sldId="256"/>
            <ac:picMk id="13" creationId="{A88A8D69-E6FE-2207-3A84-8B5F76A624E9}"/>
          </ac:picMkLst>
        </pc:picChg>
        <pc:picChg chg="mod topLvl">
          <ac:chgData name="Venkat Sharma B M" userId="S::venkatsharma@sedintechnologies.com::421eef6c-a78d-4201-810e-874725247fa1" providerId="AD" clId="Web-{57A53073-8315-BBA2-E40E-A43B1C034340}" dt="2025-01-17T06:41:49.832" v="99" actId="1076"/>
          <ac:picMkLst>
            <pc:docMk/>
            <pc:sldMk cId="109857222" sldId="256"/>
            <ac:picMk id="14" creationId="{B91E8A15-7A84-2EE1-3016-4AA37341ABE4}"/>
          </ac:picMkLst>
        </pc:picChg>
        <pc:picChg chg="add del mod">
          <ac:chgData name="Venkat Sharma B M" userId="S::venkatsharma@sedintechnologies.com::421eef6c-a78d-4201-810e-874725247fa1" providerId="AD" clId="Web-{57A53073-8315-BBA2-E40E-A43B1C034340}" dt="2025-01-17T06:35:24.701" v="77"/>
          <ac:picMkLst>
            <pc:docMk/>
            <pc:sldMk cId="109857222" sldId="256"/>
            <ac:picMk id="19" creationId="{504594F0-39EB-B872-6294-200E1B3F2850}"/>
          </ac:picMkLst>
        </pc:picChg>
        <pc:picChg chg="add del mod">
          <ac:chgData name="Venkat Sharma B M" userId="S::venkatsharma@sedintechnologies.com::421eef6c-a78d-4201-810e-874725247fa1" providerId="AD" clId="Web-{57A53073-8315-BBA2-E40E-A43B1C034340}" dt="2025-01-17T06:35:24.701" v="76"/>
          <ac:picMkLst>
            <pc:docMk/>
            <pc:sldMk cId="109857222" sldId="256"/>
            <ac:picMk id="20" creationId="{46F0BCBF-22D0-7150-C484-468DB754D23F}"/>
          </ac:picMkLst>
        </pc:picChg>
        <pc:picChg chg="add del mod">
          <ac:chgData name="Venkat Sharma B M" userId="S::venkatsharma@sedintechnologies.com::421eef6c-a78d-4201-810e-874725247fa1" providerId="AD" clId="Web-{57A53073-8315-BBA2-E40E-A43B1C034340}" dt="2025-01-17T06:35:24.701" v="75"/>
          <ac:picMkLst>
            <pc:docMk/>
            <pc:sldMk cId="109857222" sldId="256"/>
            <ac:picMk id="21" creationId="{394ED8C6-46D7-CD84-4C76-30E0B4C9B4E2}"/>
          </ac:picMkLst>
        </pc:picChg>
        <pc:picChg chg="add del mod">
          <ac:chgData name="Venkat Sharma B M" userId="S::venkatsharma@sedintechnologies.com::421eef6c-a78d-4201-810e-874725247fa1" providerId="AD" clId="Web-{57A53073-8315-BBA2-E40E-A43B1C034340}" dt="2025-01-17T06:35:24.701" v="74"/>
          <ac:picMkLst>
            <pc:docMk/>
            <pc:sldMk cId="109857222" sldId="256"/>
            <ac:picMk id="22" creationId="{D7648369-BA42-758F-596C-788A084C86A9}"/>
          </ac:picMkLst>
        </pc:picChg>
        <pc:picChg chg="add mod">
          <ac:chgData name="Venkat Sharma B M" userId="S::venkatsharma@sedintechnologies.com::421eef6c-a78d-4201-810e-874725247fa1" providerId="AD" clId="Web-{57A53073-8315-BBA2-E40E-A43B1C034340}" dt="2025-01-17T06:41:56.363" v="102" actId="1076"/>
          <ac:picMkLst>
            <pc:docMk/>
            <pc:sldMk cId="109857222" sldId="256"/>
            <ac:picMk id="23" creationId="{6818CE76-17B1-DC69-429D-66D82AE6575D}"/>
          </ac:picMkLst>
        </pc:picChg>
        <pc:picChg chg="add mod">
          <ac:chgData name="Venkat Sharma B M" userId="S::venkatsharma@sedintechnologies.com::421eef6c-a78d-4201-810e-874725247fa1" providerId="AD" clId="Web-{57A53073-8315-BBA2-E40E-A43B1C034340}" dt="2025-01-17T06:42:00.801" v="103" actId="1076"/>
          <ac:picMkLst>
            <pc:docMk/>
            <pc:sldMk cId="109857222" sldId="256"/>
            <ac:picMk id="24" creationId="{0F56482F-F760-2CE1-632E-7FFB26FFBEAD}"/>
          </ac:picMkLst>
        </pc:picChg>
        <pc:picChg chg="add mod">
          <ac:chgData name="Venkat Sharma B M" userId="S::venkatsharma@sedintechnologies.com::421eef6c-a78d-4201-810e-874725247fa1" providerId="AD" clId="Web-{57A53073-8315-BBA2-E40E-A43B1C034340}" dt="2025-01-17T06:42:03.629" v="104" actId="1076"/>
          <ac:picMkLst>
            <pc:docMk/>
            <pc:sldMk cId="109857222" sldId="256"/>
            <ac:picMk id="25" creationId="{A663E2C7-501C-2EA3-6ABF-227A6B47B67E}"/>
          </ac:picMkLst>
        </pc:picChg>
        <pc:picChg chg="add mod">
          <ac:chgData name="Venkat Sharma B M" userId="S::venkatsharma@sedintechnologies.com::421eef6c-a78d-4201-810e-874725247fa1" providerId="AD" clId="Web-{57A53073-8315-BBA2-E40E-A43B1C034340}" dt="2025-01-17T06:42:10.910" v="106" actId="1076"/>
          <ac:picMkLst>
            <pc:docMk/>
            <pc:sldMk cId="109857222" sldId="256"/>
            <ac:picMk id="26" creationId="{B50F63F9-F539-4600-D8BA-5A6DD2276B29}"/>
          </ac:picMkLst>
        </pc:picChg>
        <pc:picChg chg="add mod">
          <ac:chgData name="Venkat Sharma B M" userId="S::venkatsharma@sedintechnologies.com::421eef6c-a78d-4201-810e-874725247fa1" providerId="AD" clId="Web-{57A53073-8315-BBA2-E40E-A43B1C034340}" dt="2025-01-17T06:51:19.465" v="114" actId="1076"/>
          <ac:picMkLst>
            <pc:docMk/>
            <pc:sldMk cId="109857222" sldId="256"/>
            <ac:picMk id="27" creationId="{629D5BD2-64CD-E044-F158-026CE18D8682}"/>
          </ac:picMkLst>
        </pc:picChg>
      </pc:sldChg>
      <pc:sldChg chg="addSp delSp modSp add del replId">
        <pc:chgData name="Venkat Sharma B M" userId="S::venkatsharma@sedintechnologies.com::421eef6c-a78d-4201-810e-874725247fa1" providerId="AD" clId="Web-{57A53073-8315-BBA2-E40E-A43B1C034340}" dt="2025-01-17T07:22:31.228" v="208"/>
        <pc:sldMkLst>
          <pc:docMk/>
          <pc:sldMk cId="4192405158" sldId="257"/>
        </pc:sldMkLst>
        <pc:spChg chg="add mod">
          <ac:chgData name="Venkat Sharma B M" userId="S::venkatsharma@sedintechnologies.com::421eef6c-a78d-4201-810e-874725247fa1" providerId="AD" clId="Web-{57A53073-8315-BBA2-E40E-A43B1C034340}" dt="2025-01-17T06:55:36.454" v="204" actId="1076"/>
          <ac:spMkLst>
            <pc:docMk/>
            <pc:sldMk cId="4192405158" sldId="257"/>
            <ac:spMk id="2" creationId="{6B034E1A-A793-4CBB-22AF-7255A9A24017}"/>
          </ac:spMkLst>
        </pc:spChg>
        <pc:spChg chg="mod">
          <ac:chgData name="Venkat Sharma B M" userId="S::venkatsharma@sedintechnologies.com::421eef6c-a78d-4201-810e-874725247fa1" providerId="AD" clId="Web-{57A53073-8315-BBA2-E40E-A43B1C034340}" dt="2025-01-17T06:55:41.001" v="205" actId="1076"/>
          <ac:spMkLst>
            <pc:docMk/>
            <pc:sldMk cId="4192405158" sldId="257"/>
            <ac:spMk id="12" creationId="{F1F7AAFC-53A3-348D-04CF-F3B3E614319A}"/>
          </ac:spMkLst>
        </pc:spChg>
        <pc:picChg chg="del">
          <ac:chgData name="Venkat Sharma B M" userId="S::venkatsharma@sedintechnologies.com::421eef6c-a78d-4201-810e-874725247fa1" providerId="AD" clId="Web-{57A53073-8315-BBA2-E40E-A43B1C034340}" dt="2025-01-17T06:52:31.935" v="121"/>
          <ac:picMkLst>
            <pc:docMk/>
            <pc:sldMk cId="4192405158" sldId="257"/>
            <ac:picMk id="13" creationId="{A88A8D69-E6FE-2207-3A84-8B5F76A624E9}"/>
          </ac:picMkLst>
        </pc:picChg>
        <pc:picChg chg="del">
          <ac:chgData name="Venkat Sharma B M" userId="S::venkatsharma@sedintechnologies.com::421eef6c-a78d-4201-810e-874725247fa1" providerId="AD" clId="Web-{57A53073-8315-BBA2-E40E-A43B1C034340}" dt="2025-01-17T06:52:31.935" v="120"/>
          <ac:picMkLst>
            <pc:docMk/>
            <pc:sldMk cId="4192405158" sldId="257"/>
            <ac:picMk id="14" creationId="{B91E8A15-7A84-2EE1-3016-4AA37341ABE4}"/>
          </ac:picMkLst>
        </pc:picChg>
        <pc:picChg chg="del">
          <ac:chgData name="Venkat Sharma B M" userId="S::venkatsharma@sedintechnologies.com::421eef6c-a78d-4201-810e-874725247fa1" providerId="AD" clId="Web-{57A53073-8315-BBA2-E40E-A43B1C034340}" dt="2025-01-17T06:52:31.935" v="119"/>
          <ac:picMkLst>
            <pc:docMk/>
            <pc:sldMk cId="4192405158" sldId="257"/>
            <ac:picMk id="23" creationId="{6818CE76-17B1-DC69-429D-66D82AE6575D}"/>
          </ac:picMkLst>
        </pc:picChg>
        <pc:picChg chg="del">
          <ac:chgData name="Venkat Sharma B M" userId="S::venkatsharma@sedintechnologies.com::421eef6c-a78d-4201-810e-874725247fa1" providerId="AD" clId="Web-{57A53073-8315-BBA2-E40E-A43B1C034340}" dt="2025-01-17T06:52:31.935" v="118"/>
          <ac:picMkLst>
            <pc:docMk/>
            <pc:sldMk cId="4192405158" sldId="257"/>
            <ac:picMk id="24" creationId="{0F56482F-F760-2CE1-632E-7FFB26FFBEAD}"/>
          </ac:picMkLst>
        </pc:picChg>
        <pc:picChg chg="del">
          <ac:chgData name="Venkat Sharma B M" userId="S::venkatsharma@sedintechnologies.com::421eef6c-a78d-4201-810e-874725247fa1" providerId="AD" clId="Web-{57A53073-8315-BBA2-E40E-A43B1C034340}" dt="2025-01-17T06:52:31.935" v="117"/>
          <ac:picMkLst>
            <pc:docMk/>
            <pc:sldMk cId="4192405158" sldId="257"/>
            <ac:picMk id="25" creationId="{A663E2C7-501C-2EA3-6ABF-227A6B47B67E}"/>
          </ac:picMkLst>
        </pc:picChg>
        <pc:picChg chg="del">
          <ac:chgData name="Venkat Sharma B M" userId="S::venkatsharma@sedintechnologies.com::421eef6c-a78d-4201-810e-874725247fa1" providerId="AD" clId="Web-{57A53073-8315-BBA2-E40E-A43B1C034340}" dt="2025-01-17T06:52:31.935" v="116"/>
          <ac:picMkLst>
            <pc:docMk/>
            <pc:sldMk cId="4192405158" sldId="257"/>
            <ac:picMk id="26" creationId="{B50F63F9-F539-4600-D8BA-5A6DD2276B29}"/>
          </ac:picMkLst>
        </pc:picChg>
      </pc:sldChg>
    </pc:docChg>
  </pc:docChgLst>
  <pc:docChgLst>
    <pc:chgData name="Venkat Sharma B M" userId="S::venkatsharma@sedintechnologies.com::421eef6c-a78d-4201-810e-874725247fa1" providerId="AD" clId="Web-{4F0D205C-6FB7-E5A9-F4F2-4E276737677F}"/>
    <pc:docChg chg="modSld">
      <pc:chgData name="Venkat Sharma B M" userId="S::venkatsharma@sedintechnologies.com::421eef6c-a78d-4201-810e-874725247fa1" providerId="AD" clId="Web-{4F0D205C-6FB7-E5A9-F4F2-4E276737677F}" dt="2025-02-04T10:19:28.496" v="4" actId="20577"/>
      <pc:docMkLst>
        <pc:docMk/>
      </pc:docMkLst>
      <pc:sldChg chg="modSp">
        <pc:chgData name="Venkat Sharma B M" userId="S::venkatsharma@sedintechnologies.com::421eef6c-a78d-4201-810e-874725247fa1" providerId="AD" clId="Web-{4F0D205C-6FB7-E5A9-F4F2-4E276737677F}" dt="2025-02-04T10:19:28.496" v="4" actId="20577"/>
        <pc:sldMkLst>
          <pc:docMk/>
          <pc:sldMk cId="109857222" sldId="256"/>
        </pc:sldMkLst>
        <pc:spChg chg="mod">
          <ac:chgData name="Venkat Sharma B M" userId="S::venkatsharma@sedintechnologies.com::421eef6c-a78d-4201-810e-874725247fa1" providerId="AD" clId="Web-{4F0D205C-6FB7-E5A9-F4F2-4E276737677F}" dt="2025-02-04T10:19:28.496" v="4" actId="20577"/>
          <ac:spMkLst>
            <pc:docMk/>
            <pc:sldMk cId="109857222" sldId="256"/>
            <ac:spMk id="18" creationId="{4C092188-F9D6-0F9A-8910-3130B775973D}"/>
          </ac:spMkLst>
        </pc:spChg>
      </pc:sldChg>
    </pc:docChg>
  </pc:docChgLst>
  <pc:docChgLst>
    <pc:chgData name="Venkat Sharma B M" userId="S::venkatsharma@sedintechnologies.com::421eef6c-a78d-4201-810e-874725247fa1" providerId="AD" clId="Web-{8F79294F-39F6-85DE-C0AF-D76B7B58767A}"/>
    <pc:docChg chg="modSld">
      <pc:chgData name="Venkat Sharma B M" userId="S::venkatsharma@sedintechnologies.com::421eef6c-a78d-4201-810e-874725247fa1" providerId="AD" clId="Web-{8F79294F-39F6-85DE-C0AF-D76B7B58767A}" dt="2025-02-03T11:14:59.569" v="2" actId="20577"/>
      <pc:docMkLst>
        <pc:docMk/>
      </pc:docMkLst>
      <pc:sldChg chg="modSp">
        <pc:chgData name="Venkat Sharma B M" userId="S::venkatsharma@sedintechnologies.com::421eef6c-a78d-4201-810e-874725247fa1" providerId="AD" clId="Web-{8F79294F-39F6-85DE-C0AF-D76B7B58767A}" dt="2025-02-03T11:14:59.569" v="2" actId="20577"/>
        <pc:sldMkLst>
          <pc:docMk/>
          <pc:sldMk cId="109857222" sldId="256"/>
        </pc:sldMkLst>
        <pc:spChg chg="mod">
          <ac:chgData name="Venkat Sharma B M" userId="S::venkatsharma@sedintechnologies.com::421eef6c-a78d-4201-810e-874725247fa1" providerId="AD" clId="Web-{8F79294F-39F6-85DE-C0AF-D76B7B58767A}" dt="2025-02-03T11:14:59.569" v="2" actId="20577"/>
          <ac:spMkLst>
            <pc:docMk/>
            <pc:sldMk cId="109857222" sldId="256"/>
            <ac:spMk id="5" creationId="{59D9132C-8658-C386-5E95-061E37F43407}"/>
          </ac:spMkLst>
        </pc:spChg>
      </pc:sldChg>
    </pc:docChg>
  </pc:docChgLst>
  <pc:docChgLst>
    <pc:chgData name="Venkat Sharma B M" userId="S::venkatsharma@sedintechnologies.com::421eef6c-a78d-4201-810e-874725247fa1" providerId="AD" clId="Web-{F5972472-AA28-69D3-33D2-26EA3E4848C3}"/>
    <pc:docChg chg="modSld">
      <pc:chgData name="Venkat Sharma B M" userId="S::venkatsharma@sedintechnologies.com::421eef6c-a78d-4201-810e-874725247fa1" providerId="AD" clId="Web-{F5972472-AA28-69D3-33D2-26EA3E4848C3}" dt="2025-02-03T11:19:23.496" v="3" actId="20577"/>
      <pc:docMkLst>
        <pc:docMk/>
      </pc:docMkLst>
      <pc:sldChg chg="modSp">
        <pc:chgData name="Venkat Sharma B M" userId="S::venkatsharma@sedintechnologies.com::421eef6c-a78d-4201-810e-874725247fa1" providerId="AD" clId="Web-{F5972472-AA28-69D3-33D2-26EA3E4848C3}" dt="2025-02-03T11:19:23.496" v="3" actId="20577"/>
        <pc:sldMkLst>
          <pc:docMk/>
          <pc:sldMk cId="109857222" sldId="256"/>
        </pc:sldMkLst>
        <pc:spChg chg="mod">
          <ac:chgData name="Venkat Sharma B M" userId="S::venkatsharma@sedintechnologies.com::421eef6c-a78d-4201-810e-874725247fa1" providerId="AD" clId="Web-{F5972472-AA28-69D3-33D2-26EA3E4848C3}" dt="2025-02-03T11:19:23.496" v="3" actId="20577"/>
          <ac:spMkLst>
            <pc:docMk/>
            <pc:sldMk cId="109857222" sldId="256"/>
            <ac:spMk id="5" creationId="{59D9132C-8658-C386-5E95-061E37F43407}"/>
          </ac:spMkLst>
        </pc:spChg>
        <pc:spChg chg="mod">
          <ac:chgData name="Venkat Sharma B M" userId="S::venkatsharma@sedintechnologies.com::421eef6c-a78d-4201-810e-874725247fa1" providerId="AD" clId="Web-{F5972472-AA28-69D3-33D2-26EA3E4848C3}" dt="2025-02-03T11:19:13.542" v="1" actId="1076"/>
          <ac:spMkLst>
            <pc:docMk/>
            <pc:sldMk cId="109857222" sldId="256"/>
            <ac:spMk id="10" creationId="{019991EE-5594-40D1-7635-10D3A6F56987}"/>
          </ac:spMkLst>
        </pc:spChg>
      </pc:sldChg>
    </pc:docChg>
  </pc:docChgLst>
  <pc:docChgLst>
    <pc:chgData name="Venkat Sharma B M" userId="S::venkatsharma@sedintechnologies.com::421eef6c-a78d-4201-810e-874725247fa1" providerId="AD" clId="Web-{913D8642-DE43-1A59-4A9B-2F3456D5BF12}"/>
    <pc:docChg chg="modSld">
      <pc:chgData name="Venkat Sharma B M" userId="S::venkatsharma@sedintechnologies.com::421eef6c-a78d-4201-810e-874725247fa1" providerId="AD" clId="Web-{913D8642-DE43-1A59-4A9B-2F3456D5BF12}" dt="2025-02-06T07:42:56.386" v="0" actId="14100"/>
      <pc:docMkLst>
        <pc:docMk/>
      </pc:docMkLst>
      <pc:sldChg chg="modSp">
        <pc:chgData name="Venkat Sharma B M" userId="S::venkatsharma@sedintechnologies.com::421eef6c-a78d-4201-810e-874725247fa1" providerId="AD" clId="Web-{913D8642-DE43-1A59-4A9B-2F3456D5BF12}" dt="2025-02-06T07:42:56.386" v="0" actId="14100"/>
        <pc:sldMkLst>
          <pc:docMk/>
          <pc:sldMk cId="109857222" sldId="256"/>
        </pc:sldMkLst>
        <pc:spChg chg="mod">
          <ac:chgData name="Venkat Sharma B M" userId="S::venkatsharma@sedintechnologies.com::421eef6c-a78d-4201-810e-874725247fa1" providerId="AD" clId="Web-{913D8642-DE43-1A59-4A9B-2F3456D5BF12}" dt="2025-02-06T07:42:56.386" v="0" actId="14100"/>
          <ac:spMkLst>
            <pc:docMk/>
            <pc:sldMk cId="109857222" sldId="256"/>
            <ac:spMk id="15" creationId="{C0025218-0537-2010-C5B7-D07A87C28D5A}"/>
          </ac:spMkLst>
        </pc:spChg>
      </pc:sldChg>
    </pc:docChg>
  </pc:docChgLst>
  <pc:docChgLst>
    <pc:chgData name="madhavan" userId="S::madhavan@sedintechnologies.com::62879374-9f4a-4d97-b4e9-a01b4ceba530" providerId="AD" clId="Web-{B55DAC68-028F-DEF3-DA8E-C502154D1AEF}"/>
    <pc:docChg chg="modSld">
      <pc:chgData name="madhavan" userId="S::madhavan@sedintechnologies.com::62879374-9f4a-4d97-b4e9-a01b4ceba530" providerId="AD" clId="Web-{B55DAC68-028F-DEF3-DA8E-C502154D1AEF}" dt="2025-02-09T13:16:29.336" v="57"/>
      <pc:docMkLst>
        <pc:docMk/>
      </pc:docMkLst>
      <pc:sldChg chg="modNotes">
        <pc:chgData name="madhavan" userId="S::madhavan@sedintechnologies.com::62879374-9f4a-4d97-b4e9-a01b4ceba530" providerId="AD" clId="Web-{B55DAC68-028F-DEF3-DA8E-C502154D1AEF}" dt="2025-02-09T13:16:29.336" v="57"/>
        <pc:sldMkLst>
          <pc:docMk/>
          <pc:sldMk cId="109857222" sldId="256"/>
        </pc:sldMkLst>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6328F7A9-8BF9-4728-8210-6BEBE0856D92}" type="datetimeFigureOut">
              <a:t>2/9/2025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FE20479E-3258-414E-9B7D-56174DD182A1}" type="slidenum">
              <a:t>‹#›</a:t>
            </a:fld>
            <a:endParaRPr lang="en-US"/>
          </a:p>
        </p:txBody>
      </p:sp>
    </p:spTree>
    <p:extLst>
      <p:ext uri="{BB962C8B-B14F-4D97-AF65-F5344CB8AC3E}">
        <p14:creationId xmlns:p14="http://schemas.microsoft.com/office/powerpoint/2010/main" val="268801188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indent="-171450">
              <a:buFont typeface="Calibri"/>
              <a:buChar char="-"/>
            </a:pPr>
            <a:r>
              <a:rPr lang="en-US">
                <a:ea typeface="Calibri"/>
                <a:cs typeface="Calibri"/>
              </a:rPr>
              <a:t>Is travel expense management a sub category within expense management – then we can combine</a:t>
            </a:r>
          </a:p>
          <a:p>
            <a:pPr marL="171450" indent="-171450">
              <a:buFont typeface="Calibri"/>
              <a:buChar char="-"/>
            </a:pPr>
            <a:r>
              <a:rPr lang="en-US">
                <a:ea typeface="Calibri"/>
                <a:cs typeface="Calibri"/>
              </a:rPr>
              <a:t>May be this is Accounts Payable management and not just. Expense management – Please check</a:t>
            </a:r>
            <a:endParaRPr lang="en-US" dirty="0">
              <a:ea typeface="Calibri"/>
              <a:cs typeface="Calibri"/>
            </a:endParaRPr>
          </a:p>
        </p:txBody>
      </p:sp>
      <p:sp>
        <p:nvSpPr>
          <p:cNvPr id="4" name="Slide Number Placeholder 3"/>
          <p:cNvSpPr>
            <a:spLocks noGrp="1"/>
          </p:cNvSpPr>
          <p:nvPr>
            <p:ph type="sldNum" sz="quarter" idx="5"/>
          </p:nvPr>
        </p:nvSpPr>
        <p:spPr/>
        <p:txBody>
          <a:bodyPr/>
          <a:lstStyle/>
          <a:p>
            <a:fld id="{FE20479E-3258-414E-9B7D-56174DD182A1}" type="slidenum">
              <a:t>1</a:t>
            </a:fld>
            <a:endParaRPr lang="en-US"/>
          </a:p>
        </p:txBody>
      </p:sp>
    </p:spTree>
    <p:extLst>
      <p:ext uri="{BB962C8B-B14F-4D97-AF65-F5344CB8AC3E}">
        <p14:creationId xmlns:p14="http://schemas.microsoft.com/office/powerpoint/2010/main" val="428620690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p:cNvSpPr>
            <a:spLocks noGrp="1"/>
          </p:cNvSpPr>
          <p:nvPr>
            <p:ph type="dt" sz="half" idx="10"/>
          </p:nvPr>
        </p:nvSpPr>
        <p:spPr/>
        <p:txBody>
          <a:bodyPr/>
          <a:lstStyle/>
          <a:p>
            <a:fld id="{846CE7D5-CF57-46EF-B807-FDD0502418D4}" type="datetimeFigureOut">
              <a:rPr lang="en-US" smtClean="0"/>
              <a:t>2/9/2025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238538789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846CE7D5-CF57-46EF-B807-FDD0502418D4}" type="datetimeFigureOut">
              <a:rPr lang="en-US" smtClean="0"/>
              <a:t>2/9/2025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94913845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846CE7D5-CF57-46EF-B807-FDD0502418D4}" type="datetimeFigureOut">
              <a:rPr lang="en-US" smtClean="0"/>
              <a:t>2/9/2025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259152452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846CE7D5-CF57-46EF-B807-FDD0502418D4}" type="datetimeFigureOut">
              <a:rPr lang="en-US" smtClean="0"/>
              <a:t>2/9/2025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120309203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846CE7D5-CF57-46EF-B807-FDD0502418D4}" type="datetimeFigureOut">
              <a:rPr lang="en-US" smtClean="0"/>
              <a:t>2/9/2025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373317233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846CE7D5-CF57-46EF-B807-FDD0502418D4}" type="datetimeFigureOut">
              <a:rPr lang="en-US" smtClean="0"/>
              <a:t>2/9/2025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321031255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846CE7D5-CF57-46EF-B807-FDD0502418D4}" type="datetimeFigureOut">
              <a:rPr lang="en-US" smtClean="0"/>
              <a:t>2/9/2025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314638898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846CE7D5-CF57-46EF-B807-FDD0502418D4}" type="datetimeFigureOut">
              <a:rPr lang="en-US" smtClean="0"/>
              <a:t>2/9/2025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317184145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p:cNvSpPr>
            <a:spLocks noGrp="1" noChangeAspect="1"/>
          </p:cNvSpPr>
          <p:nvPr>
            <p:ph type="pic" idx="1"/>
          </p:nvPr>
        </p:nvSpPr>
        <p:spPr>
          <a:xfrm>
            <a:off x="5183188" y="987425"/>
            <a:ext cx="617220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846CE7D5-CF57-46EF-B807-FDD0502418D4}" type="datetimeFigureOut">
              <a:rPr lang="en-US" smtClean="0"/>
              <a:t>2/9/2025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171895827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846CE7D5-CF57-46EF-B807-FDD0502418D4}" type="datetimeFigureOut">
              <a:rPr lang="en-US" smtClean="0"/>
              <a:t>2/9/2025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220290545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846CE7D5-CF57-46EF-B807-FDD0502418D4}" type="datetimeFigureOut">
              <a:rPr lang="en-US" smtClean="0"/>
              <a:t>2/9/2025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347944565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846CE7D5-CF57-46EF-B807-FDD0502418D4}" type="datetimeFigureOut">
              <a:rPr lang="en-US" smtClean="0"/>
              <a:t>2/9/2025</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330EA680-D336-4FF7-8B7A-9848BB0A1C32}" type="slidenum">
              <a:rPr lang="en-US" smtClean="0"/>
              <a:t>‹#›</a:t>
            </a:fld>
            <a:endParaRPr lang="en-US"/>
          </a:p>
        </p:txBody>
      </p:sp>
    </p:spTree>
    <p:extLst>
      <p:ext uri="{BB962C8B-B14F-4D97-AF65-F5344CB8AC3E}">
        <p14:creationId xmlns:p14="http://schemas.microsoft.com/office/powerpoint/2010/main" val="2460954070"/>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image" Target="../media/image6.png"/><Relationship Id="rId3" Type="http://schemas.openxmlformats.org/officeDocument/2006/relationships/image" Target="../media/image1.png"/><Relationship Id="rId7" Type="http://schemas.openxmlformats.org/officeDocument/2006/relationships/image" Target="../media/image5.png"/><Relationship Id="rId2" Type="http://schemas.openxmlformats.org/officeDocument/2006/relationships/notesSlide" Target="../notesSlides/notesSlide1.xml"/><Relationship Id="rId1" Type="http://schemas.openxmlformats.org/officeDocument/2006/relationships/slideLayout" Target="../slideLayouts/slideLayout1.xml"/><Relationship Id="rId6" Type="http://schemas.openxmlformats.org/officeDocument/2006/relationships/image" Target="../media/image4.jpeg"/><Relationship Id="rId5" Type="http://schemas.openxmlformats.org/officeDocument/2006/relationships/image" Target="../media/image3.jpeg"/><Relationship Id="rId4" Type="http://schemas.openxmlformats.org/officeDocument/2006/relationships/image" Target="../media/image2.png"/><Relationship Id="rId9" Type="http://schemas.openxmlformats.org/officeDocument/2006/relationships/image" Target="../media/image7.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Google Shape;56;p13">
            <a:extLst>
              <a:ext uri="{FF2B5EF4-FFF2-40B4-BE49-F238E27FC236}">
                <a16:creationId xmlns:a16="http://schemas.microsoft.com/office/drawing/2014/main" id="{F9BC7766-A1BF-EEAF-006D-A63DE544C18B}"/>
              </a:ext>
            </a:extLst>
          </p:cNvPr>
          <p:cNvSpPr txBox="1"/>
          <p:nvPr/>
        </p:nvSpPr>
        <p:spPr>
          <a:xfrm>
            <a:off x="300390" y="709811"/>
            <a:ext cx="11589858" cy="369332"/>
          </a:xfrm>
          <a:prstGeom prst="rect">
            <a:avLst/>
          </a:prstGeom>
          <a:noFill/>
          <a:ln>
            <a:noFill/>
          </a:ln>
        </p:spPr>
        <p:txBody>
          <a:bodyPr spcFirstLastPara="1" wrap="square" lIns="0" tIns="0" rIns="0" bIns="0" anchor="t" anchorCtr="0">
            <a:spAutoFit/>
          </a:bodyPr>
          <a:lstStyle>
            <a:defPPr>
              <a:defRPr lang="en-GB"/>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 sz="1200">
                <a:solidFill>
                  <a:schemeClr val="dk1"/>
                </a:solidFill>
                <a:ea typeface="+mn-lt"/>
                <a:cs typeface="+mn-lt"/>
              </a:rPr>
              <a:t>A global healthcare solutions powerhouse with over 12,000 employees, offering extensive services, including global revenue cycle management. They manage a significant amount of monthly expenses, including purchases, services, repairs, and other operational costs. </a:t>
            </a:r>
            <a:endParaRPr lang="en-US">
              <a:solidFill>
                <a:schemeClr val="dk1"/>
              </a:solidFill>
              <a:ea typeface="+mn-lt"/>
              <a:cs typeface="+mn-lt"/>
            </a:endParaRPr>
          </a:p>
        </p:txBody>
      </p:sp>
      <p:sp>
        <p:nvSpPr>
          <p:cNvPr id="5" name="Google Shape;59;p13">
            <a:extLst>
              <a:ext uri="{FF2B5EF4-FFF2-40B4-BE49-F238E27FC236}">
                <a16:creationId xmlns:a16="http://schemas.microsoft.com/office/drawing/2014/main" id="{59D9132C-8658-C386-5E95-061E37F43407}"/>
              </a:ext>
            </a:extLst>
          </p:cNvPr>
          <p:cNvSpPr txBox="1"/>
          <p:nvPr/>
        </p:nvSpPr>
        <p:spPr>
          <a:xfrm>
            <a:off x="287690" y="166294"/>
            <a:ext cx="10492477" cy="307777"/>
          </a:xfrm>
          <a:prstGeom prst="rect">
            <a:avLst/>
          </a:prstGeom>
          <a:noFill/>
          <a:ln>
            <a:noFill/>
          </a:ln>
        </p:spPr>
        <p:txBody>
          <a:bodyPr spcFirstLastPara="1" wrap="square" lIns="0" tIns="0" rIns="0" bIns="0" anchor="t" anchorCtr="0">
            <a:spAutoFit/>
          </a:bodyPr>
          <a:lstStyle>
            <a:defPPr>
              <a:defRPr lang="en-GB"/>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 sz="2000" b="1">
                <a:solidFill>
                  <a:schemeClr val="dk1"/>
                </a:solidFill>
                <a:latin typeface="Aptos Display"/>
              </a:rPr>
              <a:t>AGS Health – Expense submission</a:t>
            </a:r>
          </a:p>
        </p:txBody>
      </p:sp>
      <p:grpSp>
        <p:nvGrpSpPr>
          <p:cNvPr id="6" name="Group 5">
            <a:extLst>
              <a:ext uri="{FF2B5EF4-FFF2-40B4-BE49-F238E27FC236}">
                <a16:creationId xmlns:a16="http://schemas.microsoft.com/office/drawing/2014/main" id="{09F6EA55-23D7-E266-2A5D-48CD2CDCA009}"/>
              </a:ext>
            </a:extLst>
          </p:cNvPr>
          <p:cNvGrpSpPr/>
          <p:nvPr/>
        </p:nvGrpSpPr>
        <p:grpSpPr>
          <a:xfrm>
            <a:off x="7334408" y="1873804"/>
            <a:ext cx="4690310" cy="1455784"/>
            <a:chOff x="7334408" y="1873804"/>
            <a:chExt cx="4690310" cy="1455784"/>
          </a:xfrm>
        </p:grpSpPr>
        <p:sp>
          <p:nvSpPr>
            <p:cNvPr id="17" name="Google Shape;56;p13">
              <a:extLst>
                <a:ext uri="{FF2B5EF4-FFF2-40B4-BE49-F238E27FC236}">
                  <a16:creationId xmlns:a16="http://schemas.microsoft.com/office/drawing/2014/main" id="{773C3AAD-B480-6651-F80E-81524F1B29C4}"/>
                </a:ext>
              </a:extLst>
            </p:cNvPr>
            <p:cNvSpPr txBox="1"/>
            <p:nvPr/>
          </p:nvSpPr>
          <p:spPr>
            <a:xfrm>
              <a:off x="7335694" y="1873804"/>
              <a:ext cx="3479760" cy="247760"/>
            </a:xfrm>
            <a:prstGeom prst="rect">
              <a:avLst/>
            </a:prstGeom>
            <a:noFill/>
            <a:ln>
              <a:noFill/>
            </a:ln>
          </p:spPr>
          <p:txBody>
            <a:bodyPr spcFirstLastPara="1" wrap="square" lIns="0" tIns="0" rIns="0" bIns="0" anchor="t" anchorCtr="0">
              <a:spAutoFit/>
            </a:bodyPr>
            <a:lstStyle>
              <a:defPPr>
                <a:defRPr lang="en-GB"/>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lvl="0" indent="0" algn="just" rtl="0">
                <a:lnSpc>
                  <a:spcPct val="115000"/>
                </a:lnSpc>
                <a:spcBef>
                  <a:spcPts val="0"/>
                </a:spcBef>
                <a:spcAft>
                  <a:spcPts val="0"/>
                </a:spcAft>
                <a:buNone/>
              </a:pPr>
              <a:r>
                <a:rPr lang="en-IN" sz="1400" b="1">
                  <a:solidFill>
                    <a:schemeClr val="dk1"/>
                  </a:solidFill>
                  <a:latin typeface="+mj-lt"/>
                  <a:ea typeface="Verdana"/>
                  <a:cs typeface="Verdana"/>
                  <a:sym typeface="Verdana"/>
                </a:rPr>
                <a:t>Benefits</a:t>
              </a:r>
              <a:endParaRPr lang="en-IN" sz="1050">
                <a:solidFill>
                  <a:schemeClr val="dk1"/>
                </a:solidFill>
                <a:latin typeface="+mj-lt"/>
                <a:ea typeface="Karla"/>
                <a:cs typeface="Karla"/>
                <a:sym typeface="Karla"/>
              </a:endParaRPr>
            </a:p>
          </p:txBody>
        </p:sp>
        <p:sp>
          <p:nvSpPr>
            <p:cNvPr id="18" name="Google Shape;56;p13">
              <a:extLst>
                <a:ext uri="{FF2B5EF4-FFF2-40B4-BE49-F238E27FC236}">
                  <a16:creationId xmlns:a16="http://schemas.microsoft.com/office/drawing/2014/main" id="{4C092188-F9D6-0F9A-8910-3130B775973D}"/>
                </a:ext>
              </a:extLst>
            </p:cNvPr>
            <p:cNvSpPr txBox="1"/>
            <p:nvPr/>
          </p:nvSpPr>
          <p:spPr>
            <a:xfrm>
              <a:off x="7334408" y="2221592"/>
              <a:ext cx="4690310" cy="1107996"/>
            </a:xfrm>
            <a:prstGeom prst="rect">
              <a:avLst/>
            </a:prstGeom>
            <a:noFill/>
            <a:ln>
              <a:noFill/>
            </a:ln>
          </p:spPr>
          <p:txBody>
            <a:bodyPr spcFirstLastPara="1" wrap="square" lIns="0" tIns="0" rIns="0" bIns="0" anchor="t" anchorCtr="0">
              <a:spAutoFit/>
            </a:bodyPr>
            <a:lstStyle>
              <a:defPPr>
                <a:defRPr lang="en-GB"/>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171450" indent="-171450">
                <a:buFont typeface="Arial"/>
                <a:buChar char="•"/>
              </a:pPr>
              <a:r>
                <a:rPr lang="en-US" sz="1200" dirty="0">
                  <a:ea typeface="+mn-lt"/>
                  <a:cs typeface="+mn-lt"/>
                </a:rPr>
                <a:t>Reduced manual effort by 60-70%.</a:t>
              </a:r>
              <a:endParaRPr lang="en-US" dirty="0"/>
            </a:p>
            <a:p>
              <a:pPr marL="171450" indent="-171450">
                <a:buFont typeface="Arial"/>
                <a:buChar char="•"/>
              </a:pPr>
              <a:r>
                <a:rPr lang="en-US" sz="1200" dirty="0">
                  <a:ea typeface="+mn-lt"/>
                  <a:cs typeface="+mn-lt"/>
                </a:rPr>
                <a:t>Decreased errors by up to 95%.</a:t>
              </a:r>
              <a:endParaRPr lang="en-US" dirty="0"/>
            </a:p>
            <a:p>
              <a:pPr marL="171450" indent="-171450">
                <a:buFont typeface="Arial"/>
                <a:buChar char="•"/>
              </a:pPr>
              <a:r>
                <a:rPr lang="en-US" sz="1200" dirty="0">
                  <a:ea typeface="+mn-lt"/>
                  <a:cs typeface="+mn-lt"/>
                </a:rPr>
                <a:t>Improved efficiency with streamlined processes.</a:t>
              </a:r>
              <a:endParaRPr lang="en-US" dirty="0"/>
            </a:p>
            <a:p>
              <a:pPr marL="171450" indent="-171450">
                <a:buFont typeface="Arial"/>
                <a:buChar char="•"/>
              </a:pPr>
              <a:r>
                <a:rPr lang="en-US" sz="1200" dirty="0">
                  <a:ea typeface="+mn-lt"/>
                  <a:cs typeface="+mn-lt"/>
                </a:rPr>
                <a:t>Enhanced accuracy in expense management.</a:t>
              </a:r>
              <a:endParaRPr lang="en-US" dirty="0"/>
            </a:p>
            <a:p>
              <a:pPr marL="171450" indent="-171450">
                <a:buFont typeface="Arial"/>
                <a:buChar char="•"/>
              </a:pPr>
              <a:r>
                <a:rPr lang="en-US" sz="1200" dirty="0">
                  <a:ea typeface="+mn-lt"/>
                  <a:cs typeface="+mn-lt"/>
                </a:rPr>
                <a:t>Multi-level checking of invoices reduced discrepancies in billing numbers.</a:t>
              </a:r>
              <a:endParaRPr lang="en-US" dirty="0"/>
            </a:p>
          </p:txBody>
        </p:sp>
      </p:grpSp>
      <p:sp>
        <p:nvSpPr>
          <p:cNvPr id="7" name="Google Shape;56;p13">
            <a:extLst>
              <a:ext uri="{FF2B5EF4-FFF2-40B4-BE49-F238E27FC236}">
                <a16:creationId xmlns:a16="http://schemas.microsoft.com/office/drawing/2014/main" id="{EEAE063F-BB85-9905-8310-69FCD436CF0D}"/>
              </a:ext>
            </a:extLst>
          </p:cNvPr>
          <p:cNvSpPr txBox="1"/>
          <p:nvPr/>
        </p:nvSpPr>
        <p:spPr>
          <a:xfrm>
            <a:off x="292546" y="2299465"/>
            <a:ext cx="5668432" cy="738664"/>
          </a:xfrm>
          <a:prstGeom prst="rect">
            <a:avLst/>
          </a:prstGeom>
          <a:noFill/>
          <a:ln>
            <a:noFill/>
          </a:ln>
        </p:spPr>
        <p:txBody>
          <a:bodyPr spcFirstLastPara="1" wrap="square" lIns="0" tIns="0" rIns="0" bIns="0" anchor="t" anchorCtr="0">
            <a:spAutoFit/>
          </a:bodyPr>
          <a:lstStyle>
            <a:defPPr>
              <a:defRPr lang="en-GB"/>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171450" indent="-171450">
              <a:buFont typeface="Arial"/>
              <a:buChar char="•"/>
            </a:pPr>
            <a:r>
              <a:rPr lang="en-US" sz="1200">
                <a:solidFill>
                  <a:schemeClr val="dk1"/>
                </a:solidFill>
                <a:ea typeface="+mn-lt"/>
                <a:cs typeface="+mn-lt"/>
              </a:rPr>
              <a:t>Manual expense management using Excel sheets was inefficient and error-prone.</a:t>
            </a:r>
            <a:endParaRPr lang="en-US" sz="1200">
              <a:solidFill>
                <a:schemeClr val="dk1"/>
              </a:solidFill>
            </a:endParaRPr>
          </a:p>
          <a:p>
            <a:pPr marL="171450" indent="-171450">
              <a:buFont typeface="Arial"/>
              <a:buChar char="•"/>
            </a:pPr>
            <a:r>
              <a:rPr lang="en-US" sz="1200">
                <a:solidFill>
                  <a:schemeClr val="dk1"/>
                </a:solidFill>
                <a:ea typeface="+mn-lt"/>
                <a:cs typeface="+mn-lt"/>
              </a:rPr>
              <a:t>Consolidating data from multiple locations was challenging.</a:t>
            </a:r>
            <a:endParaRPr lang="en-US"/>
          </a:p>
          <a:p>
            <a:pPr marL="171450" indent="-171450">
              <a:buFont typeface="Arial"/>
              <a:buChar char="•"/>
            </a:pPr>
            <a:r>
              <a:rPr lang="en-US" sz="1200">
                <a:solidFill>
                  <a:schemeClr val="dk1"/>
                </a:solidFill>
                <a:ea typeface="+mn-lt"/>
                <a:cs typeface="+mn-lt"/>
              </a:rPr>
              <a:t>Delays in approvals and payments due to manual processes.</a:t>
            </a:r>
            <a:endParaRPr lang="en-US"/>
          </a:p>
          <a:p>
            <a:pPr marL="171450" indent="-171450">
              <a:buFont typeface="Arial"/>
              <a:buChar char="•"/>
            </a:pPr>
            <a:r>
              <a:rPr lang="en-US" sz="1200">
                <a:solidFill>
                  <a:schemeClr val="dk1"/>
                </a:solidFill>
                <a:ea typeface="+mn-lt"/>
                <a:cs typeface="+mn-lt"/>
              </a:rPr>
              <a:t>Frequent errors in invoice validation and cross-checking.</a:t>
            </a:r>
            <a:endParaRPr lang="en-US"/>
          </a:p>
        </p:txBody>
      </p:sp>
      <p:sp>
        <p:nvSpPr>
          <p:cNvPr id="8" name="TextBox 9">
            <a:extLst>
              <a:ext uri="{FF2B5EF4-FFF2-40B4-BE49-F238E27FC236}">
                <a16:creationId xmlns:a16="http://schemas.microsoft.com/office/drawing/2014/main" id="{12F10F12-B59A-397C-4AF4-A3744BF38BC0}"/>
              </a:ext>
            </a:extLst>
          </p:cNvPr>
          <p:cNvSpPr txBox="1"/>
          <p:nvPr/>
        </p:nvSpPr>
        <p:spPr>
          <a:xfrm>
            <a:off x="267881" y="1875147"/>
            <a:ext cx="958339" cy="307777"/>
          </a:xfrm>
          <a:prstGeom prst="rect">
            <a:avLst/>
          </a:prstGeom>
          <a:noFill/>
        </p:spPr>
        <p:txBody>
          <a:bodyPr wrap="none" rtlCol="0">
            <a:spAutoFit/>
          </a:bodyPr>
          <a:lstStyle>
            <a:defPPr>
              <a:defRPr lang="en-GB"/>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 sz="1400" b="1">
                <a:solidFill>
                  <a:schemeClr val="dk1"/>
                </a:solidFill>
                <a:latin typeface="+mj-lt"/>
                <a:ea typeface="Verdana"/>
                <a:cs typeface="Verdana"/>
                <a:sym typeface="Verdana"/>
              </a:rPr>
              <a:t>Challenge</a:t>
            </a:r>
            <a:endParaRPr lang="en-IN" sz="1400">
              <a:latin typeface="+mj-lt"/>
            </a:endParaRPr>
          </a:p>
        </p:txBody>
      </p:sp>
      <p:grpSp>
        <p:nvGrpSpPr>
          <p:cNvPr id="9" name="Group 8">
            <a:extLst>
              <a:ext uri="{FF2B5EF4-FFF2-40B4-BE49-F238E27FC236}">
                <a16:creationId xmlns:a16="http://schemas.microsoft.com/office/drawing/2014/main" id="{C8849E4B-4264-2789-F535-E70C39ADB38E}"/>
              </a:ext>
            </a:extLst>
          </p:cNvPr>
          <p:cNvGrpSpPr/>
          <p:nvPr/>
        </p:nvGrpSpPr>
        <p:grpSpPr>
          <a:xfrm>
            <a:off x="269639" y="3513193"/>
            <a:ext cx="5779868" cy="1717898"/>
            <a:chOff x="269639" y="3755240"/>
            <a:chExt cx="5779868" cy="1717898"/>
          </a:xfrm>
        </p:grpSpPr>
        <p:sp>
          <p:nvSpPr>
            <p:cNvPr id="15" name="Google Shape;56;p13">
              <a:extLst>
                <a:ext uri="{FF2B5EF4-FFF2-40B4-BE49-F238E27FC236}">
                  <a16:creationId xmlns:a16="http://schemas.microsoft.com/office/drawing/2014/main" id="{C0025218-0537-2010-C5B7-D07A87C28D5A}"/>
                </a:ext>
              </a:extLst>
            </p:cNvPr>
            <p:cNvSpPr txBox="1"/>
            <p:nvPr/>
          </p:nvSpPr>
          <p:spPr>
            <a:xfrm>
              <a:off x="290310" y="4180476"/>
              <a:ext cx="5759197" cy="1292662"/>
            </a:xfrm>
            <a:prstGeom prst="rect">
              <a:avLst/>
            </a:prstGeom>
            <a:noFill/>
            <a:ln>
              <a:noFill/>
            </a:ln>
          </p:spPr>
          <p:txBody>
            <a:bodyPr spcFirstLastPara="1" wrap="square" lIns="0" tIns="0" rIns="0" bIns="0" anchor="t" anchorCtr="0">
              <a:spAutoFit/>
            </a:bodyPr>
            <a:lstStyle>
              <a:defPPr>
                <a:defRPr lang="en-GB"/>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171450" indent="-171450">
                <a:buFont typeface="Arial"/>
                <a:buChar char="•"/>
              </a:pPr>
              <a:r>
                <a:rPr lang="en-US" sz="1200">
                  <a:solidFill>
                    <a:srgbClr val="000000"/>
                  </a:solidFill>
                  <a:ea typeface="+mn-lt"/>
                  <a:cs typeface="+mn-lt"/>
                </a:rPr>
                <a:t>Developed an automated expense submission application.</a:t>
              </a:r>
              <a:endParaRPr lang="en-US">
                <a:ea typeface="+mn-lt"/>
                <a:cs typeface="+mn-lt"/>
              </a:endParaRPr>
            </a:p>
            <a:p>
              <a:pPr marL="171450" indent="-171450">
                <a:buFont typeface="Arial"/>
                <a:buChar char="•"/>
              </a:pPr>
              <a:r>
                <a:rPr lang="en-US" sz="1200">
                  <a:solidFill>
                    <a:srgbClr val="000000"/>
                  </a:solidFill>
                  <a:ea typeface="+mn-lt"/>
                  <a:cs typeface="+mn-lt"/>
                </a:rPr>
                <a:t>Used AWS OCR for automated invoice data extraction.</a:t>
              </a:r>
              <a:endParaRPr lang="en-US"/>
            </a:p>
            <a:p>
              <a:pPr marL="171450" indent="-171450">
                <a:buFont typeface="Arial"/>
                <a:buChar char="•"/>
              </a:pPr>
              <a:r>
                <a:rPr lang="en-US" sz="1200">
                  <a:solidFill>
                    <a:srgbClr val="000000"/>
                  </a:solidFill>
                  <a:ea typeface="+mn-lt"/>
                  <a:cs typeface="+mn-lt"/>
                </a:rPr>
                <a:t>Implemented multi-level approvals.</a:t>
              </a:r>
              <a:endParaRPr lang="en-US"/>
            </a:p>
            <a:p>
              <a:pPr marL="171450" indent="-171450">
                <a:buFont typeface="Arial"/>
                <a:buChar char="•"/>
              </a:pPr>
              <a:r>
                <a:rPr lang="en-US" sz="1200">
                  <a:solidFill>
                    <a:srgbClr val="000000"/>
                  </a:solidFill>
                  <a:ea typeface="+mn-lt"/>
                  <a:cs typeface="+mn-lt"/>
                </a:rPr>
                <a:t>Included modules for invoice management, MRN, MSN, petty cash, credit card expenses, purchase orders, inventory management, vendor management, contract manpower, budget management, and provisions.</a:t>
              </a:r>
              <a:endParaRPr lang="en-US">
                <a:ea typeface="+mn-lt"/>
                <a:cs typeface="+mn-lt"/>
              </a:endParaRPr>
            </a:p>
            <a:p>
              <a:pPr marL="171450" indent="-171450">
                <a:buFont typeface="Arial"/>
                <a:buChar char="•"/>
              </a:pPr>
              <a:r>
                <a:rPr lang="en-US" sz="1200">
                  <a:ea typeface="+mn-lt"/>
                  <a:cs typeface="+mn-lt"/>
                </a:rPr>
                <a:t>Centralized data management for easy access and oversight.</a:t>
              </a:r>
              <a:endParaRPr lang="en-US"/>
            </a:p>
          </p:txBody>
        </p:sp>
        <p:sp>
          <p:nvSpPr>
            <p:cNvPr id="16" name="TextBox 11">
              <a:extLst>
                <a:ext uri="{FF2B5EF4-FFF2-40B4-BE49-F238E27FC236}">
                  <a16:creationId xmlns:a16="http://schemas.microsoft.com/office/drawing/2014/main" id="{3B977F67-56AA-EE67-68CE-3E46B7FB0188}"/>
                </a:ext>
              </a:extLst>
            </p:cNvPr>
            <p:cNvSpPr txBox="1"/>
            <p:nvPr/>
          </p:nvSpPr>
          <p:spPr>
            <a:xfrm>
              <a:off x="269639" y="3755240"/>
              <a:ext cx="856325" cy="307777"/>
            </a:xfrm>
            <a:prstGeom prst="rect">
              <a:avLst/>
            </a:prstGeom>
            <a:noFill/>
          </p:spPr>
          <p:txBody>
            <a:bodyPr wrap="none" rtlCol="0">
              <a:spAutoFit/>
            </a:bodyPr>
            <a:lstStyle>
              <a:defPPr>
                <a:defRPr lang="en-GB"/>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IN" sz="1400" b="1">
                  <a:solidFill>
                    <a:schemeClr val="dk1"/>
                  </a:solidFill>
                  <a:latin typeface="+mj-lt"/>
                  <a:ea typeface="Verdana"/>
                  <a:cs typeface="Verdana"/>
                  <a:sym typeface="Verdana"/>
                </a:rPr>
                <a:t>Solution </a:t>
              </a:r>
              <a:endParaRPr lang="en-IN" sz="1400">
                <a:solidFill>
                  <a:schemeClr val="dk1"/>
                </a:solidFill>
                <a:latin typeface="+mj-lt"/>
                <a:ea typeface="Karla"/>
                <a:cs typeface="Karla"/>
                <a:sym typeface="Karla"/>
              </a:endParaRPr>
            </a:p>
          </p:txBody>
        </p:sp>
      </p:grpSp>
      <p:sp>
        <p:nvSpPr>
          <p:cNvPr id="10" name="Google Shape;56;p13">
            <a:extLst>
              <a:ext uri="{FF2B5EF4-FFF2-40B4-BE49-F238E27FC236}">
                <a16:creationId xmlns:a16="http://schemas.microsoft.com/office/drawing/2014/main" id="{019991EE-5594-40D1-7635-10D3A6F56987}"/>
              </a:ext>
            </a:extLst>
          </p:cNvPr>
          <p:cNvSpPr txBox="1"/>
          <p:nvPr/>
        </p:nvSpPr>
        <p:spPr>
          <a:xfrm>
            <a:off x="267612" y="1217858"/>
            <a:ext cx="11589858" cy="369332"/>
          </a:xfrm>
          <a:prstGeom prst="rect">
            <a:avLst/>
          </a:prstGeom>
          <a:noFill/>
          <a:ln>
            <a:noFill/>
          </a:ln>
        </p:spPr>
        <p:txBody>
          <a:bodyPr spcFirstLastPara="1" wrap="square" lIns="0" tIns="0" rIns="0" bIns="0" anchor="t" anchorCtr="0">
            <a:spAutoFit/>
          </a:bodyPr>
          <a:lstStyle>
            <a:defPPr>
              <a:defRPr lang="en-GB"/>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 sz="1200">
                <a:solidFill>
                  <a:schemeClr val="dk1"/>
                </a:solidFill>
                <a:ea typeface="+mn-lt"/>
                <a:cs typeface="+mn-lt"/>
              </a:rPr>
              <a:t>AGS Health engaged our team to develop an automated expense management solution to streamline their expense submission and approval process. The goal was to reduce manual effort, minimize errors, and improve efficiency in their billing across multiple locations.</a:t>
            </a:r>
            <a:endParaRPr lang="en-US">
              <a:solidFill>
                <a:schemeClr val="dk1"/>
              </a:solidFill>
            </a:endParaRPr>
          </a:p>
        </p:txBody>
      </p:sp>
      <p:sp>
        <p:nvSpPr>
          <p:cNvPr id="12" name="TextBox 12">
            <a:extLst>
              <a:ext uri="{FF2B5EF4-FFF2-40B4-BE49-F238E27FC236}">
                <a16:creationId xmlns:a16="http://schemas.microsoft.com/office/drawing/2014/main" id="{F1F7AAFC-53A3-348D-04CF-F3B3E614319A}"/>
              </a:ext>
            </a:extLst>
          </p:cNvPr>
          <p:cNvSpPr txBox="1"/>
          <p:nvPr/>
        </p:nvSpPr>
        <p:spPr>
          <a:xfrm>
            <a:off x="269577" y="5690052"/>
            <a:ext cx="1183401" cy="307777"/>
          </a:xfrm>
          <a:prstGeom prst="rect">
            <a:avLst/>
          </a:prstGeom>
          <a:noFill/>
        </p:spPr>
        <p:txBody>
          <a:bodyPr wrap="none" lIns="91440" tIns="45720" rIns="91440" bIns="45720" rtlCol="0" anchor="t">
            <a:spAutoFit/>
          </a:bodyPr>
          <a:lstStyle>
            <a:defPPr>
              <a:defRPr lang="en-GB"/>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IN" sz="1400" b="1">
                <a:solidFill>
                  <a:schemeClr val="dk1"/>
                </a:solidFill>
                <a:latin typeface="+mj-lt"/>
                <a:ea typeface="Verdana"/>
                <a:cs typeface="Karla"/>
                <a:sym typeface="Verdana"/>
              </a:rPr>
              <a:t>Technologies</a:t>
            </a:r>
            <a:endParaRPr lang="en-IN" sz="1400">
              <a:solidFill>
                <a:schemeClr val="dk1"/>
              </a:solidFill>
              <a:latin typeface="+mj-lt"/>
              <a:ea typeface="Karla"/>
              <a:cs typeface="Karla"/>
              <a:sym typeface="Karla"/>
            </a:endParaRPr>
          </a:p>
        </p:txBody>
      </p:sp>
      <p:pic>
        <p:nvPicPr>
          <p:cNvPr id="13" name="Picture 12" descr="A blue sign with white text&#10;&#10;Description automatically generated">
            <a:extLst>
              <a:ext uri="{FF2B5EF4-FFF2-40B4-BE49-F238E27FC236}">
                <a16:creationId xmlns:a16="http://schemas.microsoft.com/office/drawing/2014/main" id="{A88A8D69-E6FE-2207-3A84-8B5F76A624E9}"/>
              </a:ext>
            </a:extLst>
          </p:cNvPr>
          <p:cNvPicPr>
            <a:picLocks noChangeAspect="1"/>
          </p:cNvPicPr>
          <p:nvPr/>
        </p:nvPicPr>
        <p:blipFill>
          <a:blip r:embed="rId3"/>
          <a:stretch>
            <a:fillRect/>
          </a:stretch>
        </p:blipFill>
        <p:spPr>
          <a:xfrm>
            <a:off x="421621" y="6155112"/>
            <a:ext cx="591112" cy="330014"/>
          </a:xfrm>
          <a:prstGeom prst="rect">
            <a:avLst/>
          </a:prstGeom>
        </p:spPr>
      </p:pic>
      <p:pic>
        <p:nvPicPr>
          <p:cNvPr id="14" name="Picture 13" descr="A black text on a white background&#10;&#10;Description automatically generated">
            <a:extLst>
              <a:ext uri="{FF2B5EF4-FFF2-40B4-BE49-F238E27FC236}">
                <a16:creationId xmlns:a16="http://schemas.microsoft.com/office/drawing/2014/main" id="{B91E8A15-7A84-2EE1-3016-4AA37341ABE4}"/>
              </a:ext>
            </a:extLst>
          </p:cNvPr>
          <p:cNvPicPr>
            <a:picLocks noChangeAspect="1"/>
          </p:cNvPicPr>
          <p:nvPr/>
        </p:nvPicPr>
        <p:blipFill>
          <a:blip r:embed="rId4"/>
          <a:stretch>
            <a:fillRect/>
          </a:stretch>
        </p:blipFill>
        <p:spPr>
          <a:xfrm>
            <a:off x="1102379" y="6181164"/>
            <a:ext cx="699809" cy="277907"/>
          </a:xfrm>
          <a:prstGeom prst="rect">
            <a:avLst/>
          </a:prstGeom>
        </p:spPr>
      </p:pic>
      <p:pic>
        <p:nvPicPr>
          <p:cNvPr id="23" name="Picture 22" descr="A red and grey logo&#10;&#10;Description automatically generated">
            <a:extLst>
              <a:ext uri="{FF2B5EF4-FFF2-40B4-BE49-F238E27FC236}">
                <a16:creationId xmlns:a16="http://schemas.microsoft.com/office/drawing/2014/main" id="{6818CE76-17B1-DC69-429D-66D82AE6575D}"/>
              </a:ext>
            </a:extLst>
          </p:cNvPr>
          <p:cNvPicPr>
            <a:picLocks noChangeAspect="1"/>
          </p:cNvPicPr>
          <p:nvPr/>
        </p:nvPicPr>
        <p:blipFill>
          <a:blip r:embed="rId5"/>
          <a:stretch>
            <a:fillRect/>
          </a:stretch>
        </p:blipFill>
        <p:spPr>
          <a:xfrm>
            <a:off x="1805268" y="6154550"/>
            <a:ext cx="593913" cy="295277"/>
          </a:xfrm>
          <a:prstGeom prst="rect">
            <a:avLst/>
          </a:prstGeom>
        </p:spPr>
      </p:pic>
      <p:pic>
        <p:nvPicPr>
          <p:cNvPr id="24" name="Picture 23" descr="A blue and white logo&#10;&#10;Description automatically generated">
            <a:extLst>
              <a:ext uri="{FF2B5EF4-FFF2-40B4-BE49-F238E27FC236}">
                <a16:creationId xmlns:a16="http://schemas.microsoft.com/office/drawing/2014/main" id="{0F56482F-F760-2CE1-632E-7FFB26FFBEAD}"/>
              </a:ext>
            </a:extLst>
          </p:cNvPr>
          <p:cNvPicPr>
            <a:picLocks noChangeAspect="1"/>
          </p:cNvPicPr>
          <p:nvPr/>
        </p:nvPicPr>
        <p:blipFill>
          <a:blip r:embed="rId6"/>
          <a:stretch>
            <a:fillRect/>
          </a:stretch>
        </p:blipFill>
        <p:spPr>
          <a:xfrm>
            <a:off x="2514320" y="6151469"/>
            <a:ext cx="798420" cy="337298"/>
          </a:xfrm>
          <a:prstGeom prst="rect">
            <a:avLst/>
          </a:prstGeom>
        </p:spPr>
      </p:pic>
      <p:pic>
        <p:nvPicPr>
          <p:cNvPr id="25" name="Picture 24" descr="A logo of a company&#10;&#10;AI-generated content may be incorrect.">
            <a:extLst>
              <a:ext uri="{FF2B5EF4-FFF2-40B4-BE49-F238E27FC236}">
                <a16:creationId xmlns:a16="http://schemas.microsoft.com/office/drawing/2014/main" id="{A663E2C7-501C-2EA3-6ABF-227A6B47B67E}"/>
              </a:ext>
            </a:extLst>
          </p:cNvPr>
          <p:cNvPicPr>
            <a:picLocks noChangeAspect="1"/>
          </p:cNvPicPr>
          <p:nvPr/>
        </p:nvPicPr>
        <p:blipFill>
          <a:blip r:embed="rId7"/>
          <a:stretch>
            <a:fillRect/>
          </a:stretch>
        </p:blipFill>
        <p:spPr>
          <a:xfrm>
            <a:off x="3334871" y="6077791"/>
            <a:ext cx="609601" cy="502583"/>
          </a:xfrm>
          <a:prstGeom prst="rect">
            <a:avLst/>
          </a:prstGeom>
        </p:spPr>
      </p:pic>
      <p:pic>
        <p:nvPicPr>
          <p:cNvPr id="26" name="Picture 25" descr="A logo with a letter v&#10;&#10;AI-generated content may be incorrect.">
            <a:extLst>
              <a:ext uri="{FF2B5EF4-FFF2-40B4-BE49-F238E27FC236}">
                <a16:creationId xmlns:a16="http://schemas.microsoft.com/office/drawing/2014/main" id="{B50F63F9-F539-4600-D8BA-5A6DD2276B29}"/>
              </a:ext>
            </a:extLst>
          </p:cNvPr>
          <p:cNvPicPr>
            <a:picLocks noChangeAspect="1"/>
          </p:cNvPicPr>
          <p:nvPr/>
        </p:nvPicPr>
        <p:blipFill>
          <a:blip r:embed="rId8"/>
          <a:stretch>
            <a:fillRect/>
          </a:stretch>
        </p:blipFill>
        <p:spPr>
          <a:xfrm>
            <a:off x="3969964" y="6054818"/>
            <a:ext cx="621367" cy="530600"/>
          </a:xfrm>
          <a:prstGeom prst="rect">
            <a:avLst/>
          </a:prstGeom>
        </p:spPr>
      </p:pic>
      <p:pic>
        <p:nvPicPr>
          <p:cNvPr id="27" name="Picture 26" descr="A person looking at a computer screen&#10;&#10;AI-generated content may be incorrect.">
            <a:extLst>
              <a:ext uri="{FF2B5EF4-FFF2-40B4-BE49-F238E27FC236}">
                <a16:creationId xmlns:a16="http://schemas.microsoft.com/office/drawing/2014/main" id="{629D5BD2-64CD-E044-F158-026CE18D8682}"/>
              </a:ext>
            </a:extLst>
          </p:cNvPr>
          <p:cNvPicPr>
            <a:picLocks noChangeAspect="1"/>
          </p:cNvPicPr>
          <p:nvPr/>
        </p:nvPicPr>
        <p:blipFill>
          <a:blip r:embed="rId9"/>
          <a:stretch>
            <a:fillRect/>
          </a:stretch>
        </p:blipFill>
        <p:spPr>
          <a:xfrm>
            <a:off x="7610258" y="3817595"/>
            <a:ext cx="3757021" cy="2359958"/>
          </a:xfrm>
          <a:prstGeom prst="roundRect">
            <a:avLst>
              <a:gd name="adj" fmla="val 16667"/>
            </a:avLst>
          </a:prstGeom>
          <a:ln>
            <a:noFill/>
          </a:ln>
          <a:effectLst>
            <a:outerShdw blurRad="76200" dist="38100" dir="7800000" algn="tl" rotWithShape="0">
              <a:srgbClr val="000000">
                <a:alpha val="40000"/>
              </a:srgbClr>
            </a:outerShdw>
          </a:effectLst>
          <a:scene3d>
            <a:camera prst="orthographicFront"/>
            <a:lightRig rig="contrasting" dir="t">
              <a:rot lat="0" lon="0" rev="4200000"/>
            </a:lightRig>
          </a:scene3d>
          <a:sp3d prstMaterial="plastic">
            <a:bevelT w="381000" h="114300" prst="relaxedInset"/>
            <a:contourClr>
              <a:srgbClr val="969696"/>
            </a:contourClr>
          </a:sp3d>
        </p:spPr>
      </p:pic>
    </p:spTree>
    <p:extLst>
      <p:ext uri="{BB962C8B-B14F-4D97-AF65-F5344CB8AC3E}">
        <p14:creationId xmlns:p14="http://schemas.microsoft.com/office/powerpoint/2010/main" val="109857222"/>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Theme">
      <a:majorFont>
        <a:latin typeface="Aptos Display"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ptos" panose="020B000402020202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C8BCC78793E79247A15D46A87E89F81B" ma:contentTypeVersion="16" ma:contentTypeDescription="Create a new document." ma:contentTypeScope="" ma:versionID="d142e8506837d0bae9c652f8d6ba7925">
  <xsd:schema xmlns:xsd="http://www.w3.org/2001/XMLSchema" xmlns:xs="http://www.w3.org/2001/XMLSchema" xmlns:p="http://schemas.microsoft.com/office/2006/metadata/properties" xmlns:ns1="http://schemas.microsoft.com/sharepoint/v3" xmlns:ns2="713a8f55-23a8-4f23-a9ea-510bc0cd49cc" targetNamespace="http://schemas.microsoft.com/office/2006/metadata/properties" ma:root="true" ma:fieldsID="ff88f66d146a897bf82702f48a5cefbe" ns1:_="" ns2:_="">
    <xsd:import namespace="http://schemas.microsoft.com/sharepoint/v3"/>
    <xsd:import namespace="713a8f55-23a8-4f23-a9ea-510bc0cd49cc"/>
    <xsd:element name="properties">
      <xsd:complexType>
        <xsd:sequence>
          <xsd:element name="documentManagement">
            <xsd:complexType>
              <xsd:all>
                <xsd:element ref="ns2:BU" minOccurs="0"/>
                <xsd:element ref="ns2:Service" minOccurs="0"/>
                <xsd:element ref="ns2:Domain" minOccurs="0"/>
                <xsd:element ref="ns2:Technology" minOccurs="0"/>
                <xsd:element ref="ns2:DocumentType" minOccurs="0"/>
                <xsd:element ref="ns2:DocumentDate" minOccurs="0"/>
                <xsd:element ref="ns2:MediaServiceMetadata" minOccurs="0"/>
                <xsd:element ref="ns2:MediaServiceFastMetadata" minOccurs="0"/>
                <xsd:element ref="ns2:MediaServiceSearchProperties" minOccurs="0"/>
                <xsd:element ref="ns2:MediaServiceObjectDetectorVersions" minOccurs="0"/>
                <xsd:element ref="ns2:Key_x0020_Point" minOccurs="0"/>
                <xsd:element ref="ns2:Industry" minOccurs="0"/>
                <xsd:element ref="ns1:PublishingStartDate" minOccurs="0"/>
                <xsd:element ref="ns1:PublishingExpirationDate"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PublishingStartDate" ma:index="20" nillable="true" ma:displayName="Scheduling Start Date" ma:description="Scheduling Start Date is a site column created by the Publishing feature. It is used to specify the date and time on which this page will first appear to site visitors." ma:internalName="PublishingStartDate">
      <xsd:simpleType>
        <xsd:restriction base="dms:Unknown"/>
      </xsd:simpleType>
    </xsd:element>
    <xsd:element name="PublishingExpirationDate" ma:index="21" nillable="true" ma:displayName="Scheduling End Date" ma:description="Scheduling End Date is a site column created by the Publishing feature. It is used to specify the date and time on which this page will no longer appear to site visitors." ma:internalName="PublishingExpirationDate">
      <xsd:simpleType>
        <xsd:restriction base="dms:Unknown"/>
      </xsd:simpleType>
    </xsd:element>
  </xsd:schema>
  <xsd:schema xmlns:xsd="http://www.w3.org/2001/XMLSchema" xmlns:xs="http://www.w3.org/2001/XMLSchema" xmlns:dms="http://schemas.microsoft.com/office/2006/documentManagement/types" xmlns:pc="http://schemas.microsoft.com/office/infopath/2007/PartnerControls" targetNamespace="713a8f55-23a8-4f23-a9ea-510bc0cd49cc" elementFormDefault="qualified">
    <xsd:import namespace="http://schemas.microsoft.com/office/2006/documentManagement/types"/>
    <xsd:import namespace="http://schemas.microsoft.com/office/infopath/2007/PartnerControls"/>
    <xsd:element name="BU" ma:index="2" nillable="true" ma:displayName="BU" ma:description="Business Unit" ma:format="Dropdown" ma:list="af30c16a-7230-475d-a986-f5b3922b8bdb" ma:internalName="BU" ma:readOnly="false" ma:showField="BUMaster">
      <xsd:simpleType>
        <xsd:restriction base="dms:Lookup"/>
      </xsd:simpleType>
    </xsd:element>
    <xsd:element name="Service" ma:index="3" nillable="true" ma:displayName="Service" ma:format="Dropdown" ma:list="af30c16a-7230-475d-a986-f5b3922b8bdb" ma:internalName="Service" ma:readOnly="false" ma:showField="Services">
      <xsd:simpleType>
        <xsd:restriction base="dms:Lookup"/>
      </xsd:simpleType>
    </xsd:element>
    <xsd:element name="Domain" ma:index="4" nillable="true" ma:displayName="Domain" ma:format="Dropdown" ma:list="af30c16a-7230-475d-a986-f5b3922b8bdb" ma:internalName="Domain" ma:readOnly="false" ma:showField="Domains">
      <xsd:simpleType>
        <xsd:restriction base="dms:Lookup"/>
      </xsd:simpleType>
    </xsd:element>
    <xsd:element name="Technology" ma:index="5" nillable="true" ma:displayName="Technology" ma:format="Dropdown" ma:list="af30c16a-7230-475d-a986-f5b3922b8bdb" ma:internalName="Technology" ma:readOnly="false" ma:showField="Technology">
      <xsd:complexType>
        <xsd:complexContent>
          <xsd:extension base="dms:MultiChoiceLookup">
            <xsd:sequence>
              <xsd:element name="Value" type="dms:Lookup" maxOccurs="unbounded" minOccurs="0" nillable="true"/>
            </xsd:sequence>
          </xsd:extension>
        </xsd:complexContent>
      </xsd:complexType>
    </xsd:element>
    <xsd:element name="DocumentType" ma:index="6" nillable="true" ma:displayName="Document Type" ma:format="Dropdown" ma:list="af30c16a-7230-475d-a986-f5b3922b8bdb" ma:internalName="DocumentType" ma:readOnly="false" ma:showField="DocumentType">
      <xsd:simpleType>
        <xsd:restriction base="dms:Lookup"/>
      </xsd:simpleType>
    </xsd:element>
    <xsd:element name="DocumentDate" ma:index="13" nillable="true" ma:displayName="Document Date" ma:format="DateOnly" ma:internalName="DocumentDate">
      <xsd:simpleType>
        <xsd:restriction base="dms:DateTime"/>
      </xsd:simpleType>
    </xsd:element>
    <xsd:element name="MediaServiceMetadata" ma:index="14" nillable="true" ma:displayName="MediaServiceMetadata" ma:hidden="true" ma:internalName="MediaServiceMetadata" ma:readOnly="true">
      <xsd:simpleType>
        <xsd:restriction base="dms:Note"/>
      </xsd:simpleType>
    </xsd:element>
    <xsd:element name="MediaServiceFastMetadata" ma:index="15" nillable="true" ma:displayName="MediaServiceFastMetadata" ma:hidden="true" ma:internalName="MediaServiceFastMetadata" ma:readOnly="true">
      <xsd:simpleType>
        <xsd:restriction base="dms:Note"/>
      </xsd:simpleType>
    </xsd:element>
    <xsd:element name="MediaServiceSearchProperties" ma:index="16" nillable="true" ma:displayName="MediaServiceSearchProperties" ma:hidden="true" ma:internalName="MediaServiceSearchProperties" ma:readOnly="true">
      <xsd:simpleType>
        <xsd:restriction base="dms:Note"/>
      </xsd:simpleType>
    </xsd:element>
    <xsd:element name="MediaServiceObjectDetectorVersions" ma:index="17" nillable="true" ma:displayName="MediaServiceObjectDetectorVersions" ma:hidden="true" ma:indexed="true" ma:internalName="MediaServiceObjectDetectorVersions" ma:readOnly="true">
      <xsd:simpleType>
        <xsd:restriction base="dms:Text"/>
      </xsd:simpleType>
    </xsd:element>
    <xsd:element name="Key_x0020_Point" ma:index="18" nillable="true" ma:displayName="Key Point" ma:description="Use this column to enter unique talking points for case" ma:internalName="Key_x0020_Point">
      <xsd:simpleType>
        <xsd:restriction base="dms:Note">
          <xsd:maxLength value="255"/>
        </xsd:restriction>
      </xsd:simpleType>
    </xsd:element>
    <xsd:element name="Industry" ma:index="19" nillable="true" ma:displayName="Industry" ma:format="Dropdown" ma:list="af30c16a-7230-475d-a986-f5b3922b8bdb" ma:internalName="Industry" ma:showField="Industry">
      <xsd:simpleType>
        <xsd:restriction base="dms:Lookup"/>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displayName="Content Type"/>
        <xsd:element ref="dc:title" minOccurs="0" maxOccurs="1" ma:index="1" ma:displayName="Customer Nam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Service xmlns="713a8f55-23a8-4f23-a9ea-510bc0cd49cc" xsi:nil="true"/>
    <BU xmlns="713a8f55-23a8-4f23-a9ea-510bc0cd49cc">1</BU>
    <Domain xmlns="713a8f55-23a8-4f23-a9ea-510bc0cd49cc">25</Domain>
    <DocumentType xmlns="713a8f55-23a8-4f23-a9ea-510bc0cd49cc">1</DocumentType>
    <DocumentDate xmlns="713a8f55-23a8-4f23-a9ea-510bc0cd49cc" xsi:nil="true"/>
    <Technology xmlns="713a8f55-23a8-4f23-a9ea-510bc0cd49cc">
      <Value>1</Value>
      <Value>89</Value>
      <Value>23</Value>
      <Value>26</Value>
      <Value>19</Value>
      <Value>20</Value>
    </Technology>
    <Key_x0020_Point xmlns="713a8f55-23a8-4f23-a9ea-510bc0cd49cc" xsi:nil="true"/>
    <Industry xmlns="713a8f55-23a8-4f23-a9ea-510bc0cd49cc">12</Industry>
    <PublishingExpirationDate xmlns="http://schemas.microsoft.com/sharepoint/v3" xsi:nil="true"/>
    <PublishingStartDate xmlns="http://schemas.microsoft.com/sharepoint/v3" xsi:nil="true"/>
  </documentManagement>
</p:properties>
</file>

<file path=customXml/itemProps1.xml><?xml version="1.0" encoding="utf-8"?>
<ds:datastoreItem xmlns:ds="http://schemas.openxmlformats.org/officeDocument/2006/customXml" ds:itemID="{22E1A2AC-8978-44B3-A51D-896CD32C26DC}"/>
</file>

<file path=customXml/itemProps2.xml><?xml version="1.0" encoding="utf-8"?>
<ds:datastoreItem xmlns:ds="http://schemas.openxmlformats.org/officeDocument/2006/customXml" ds:itemID="{2FE3230F-CC65-4C7A-BEEF-530B489434A5}"/>
</file>

<file path=customXml/itemProps3.xml><?xml version="1.0" encoding="utf-8"?>
<ds:datastoreItem xmlns:ds="http://schemas.openxmlformats.org/officeDocument/2006/customXml" ds:itemID="{61B40B58-0FDB-422F-997D-B995C3CA4D51}"/>
</file>

<file path=docProps/app.xml><?xml version="1.0" encoding="utf-8"?>
<Properties xmlns="http://schemas.openxmlformats.org/officeDocument/2006/extended-properties" xmlns:vt="http://schemas.openxmlformats.org/officeDocument/2006/docPropsVTypes">
  <Template>office theme</Template>
  <Application>Microsoft Office PowerPoint</Application>
  <PresentationFormat>Widescreen</PresentationFormat>
  <Slides>1</Slides>
  <Notes>1</Notes>
  <HiddenSlides>0</HiddenSlides>
  <ScaleCrop>false</ScaleCrop>
  <HeadingPairs>
    <vt:vector size="4" baseType="variant">
      <vt:variant>
        <vt:lpstr>Theme</vt:lpstr>
      </vt:variant>
      <vt:variant>
        <vt:i4>1</vt:i4>
      </vt:variant>
      <vt:variant>
        <vt:lpstr>Slide Titles</vt:lpstr>
      </vt:variant>
      <vt:variant>
        <vt:i4>1</vt:i4>
      </vt:variant>
    </vt:vector>
  </HeadingPairs>
  <TitlesOfParts>
    <vt:vector size="2" baseType="lpstr">
      <vt:lpstr>office theme</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AGS Health</dc:title>
  <dc:creator/>
  <cp:revision>13</cp:revision>
  <dcterms:created xsi:type="dcterms:W3CDTF">2025-01-17T06:22:19Z</dcterms:created>
  <dcterms:modified xsi:type="dcterms:W3CDTF">2025-02-09T13:16:32Z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0x010100C8BCC78793E79247A15D46A87E89F81B</vt:lpwstr>
  </property>
</Properties>
</file>