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DFF8C-D985-7B4D-BF1E-6FCF06A35530}" v="8" dt="2025-02-25T18:00:11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 Sharma B M" userId="S::venkatsharma@sedintechnologies.com::421eef6c-a78d-4201-810e-874725247fa1" providerId="AD" clId="Web-{3B0DFF8C-D985-7B4D-BF1E-6FCF06A35530}"/>
    <pc:docChg chg="modSld">
      <pc:chgData name="Venkat Sharma B M" userId="S::venkatsharma@sedintechnologies.com::421eef6c-a78d-4201-810e-874725247fa1" providerId="AD" clId="Web-{3B0DFF8C-D985-7B4D-BF1E-6FCF06A35530}" dt="2025-02-25T18:00:11.541" v="3" actId="20577"/>
      <pc:docMkLst>
        <pc:docMk/>
      </pc:docMkLst>
      <pc:sldChg chg="modSp">
        <pc:chgData name="Venkat Sharma B M" userId="S::venkatsharma@sedintechnologies.com::421eef6c-a78d-4201-810e-874725247fa1" providerId="AD" clId="Web-{3B0DFF8C-D985-7B4D-BF1E-6FCF06A35530}" dt="2025-02-25T18:00:11.541" v="3" actId="20577"/>
        <pc:sldMkLst>
          <pc:docMk/>
          <pc:sldMk cId="109857222" sldId="256"/>
        </pc:sldMkLst>
        <pc:spChg chg="mod">
          <ac:chgData name="Venkat Sharma B M" userId="S::venkatsharma@sedintechnologies.com::421eef6c-a78d-4201-810e-874725247fa1" providerId="AD" clId="Web-{3B0DFF8C-D985-7B4D-BF1E-6FCF06A35530}" dt="2025-02-25T18:00:11.541" v="3" actId="20577"/>
          <ac:spMkLst>
            <pc:docMk/>
            <pc:sldMk cId="109857222" sldId="256"/>
            <ac:spMk id="5" creationId="{59D9132C-8658-C386-5E95-061E37F43407}"/>
          </ac:spMkLst>
        </pc:spChg>
      </pc:sldChg>
    </pc:docChg>
  </pc:docChgLst>
  <pc:docChgLst>
    <pc:chgData name="Venkat Sharma B M" userId="S::venkatsharma@sedintechnologies.com::421eef6c-a78d-4201-810e-874725247fa1" providerId="AD" clId="Web-{82C0D074-AC12-40A7-AB9C-601E1E5AC4CD}"/>
    <pc:docChg chg="modSld">
      <pc:chgData name="Venkat Sharma B M" userId="S::venkatsharma@sedintechnologies.com::421eef6c-a78d-4201-810e-874725247fa1" providerId="AD" clId="Web-{82C0D074-AC12-40A7-AB9C-601E1E5AC4CD}" dt="2025-02-18T12:12:02.009" v="104" actId="14100"/>
      <pc:docMkLst>
        <pc:docMk/>
      </pc:docMkLst>
      <pc:sldChg chg="addSp delSp modSp">
        <pc:chgData name="Venkat Sharma B M" userId="S::venkatsharma@sedintechnologies.com::421eef6c-a78d-4201-810e-874725247fa1" providerId="AD" clId="Web-{82C0D074-AC12-40A7-AB9C-601E1E5AC4CD}" dt="2025-02-18T12:12:02.009" v="104" actId="14100"/>
        <pc:sldMkLst>
          <pc:docMk/>
          <pc:sldMk cId="109857222" sldId="256"/>
        </pc:sldMkLst>
        <pc:spChg chg="del">
          <ac:chgData name="Venkat Sharma B M" userId="S::venkatsharma@sedintechnologies.com::421eef6c-a78d-4201-810e-874725247fa1" providerId="AD" clId="Web-{82C0D074-AC12-40A7-AB9C-601E1E5AC4CD}" dt="2025-02-18T11:08:10.635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Venkat Sharma B M" userId="S::venkatsharma@sedintechnologies.com::421eef6c-a78d-4201-810e-874725247fa1" providerId="AD" clId="Web-{82C0D074-AC12-40A7-AB9C-601E1E5AC4CD}" dt="2025-02-18T11:08:17.229" v="1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Venkat Sharma B M" userId="S::venkatsharma@sedintechnologies.com::421eef6c-a78d-4201-810e-874725247fa1" providerId="AD" clId="Web-{82C0D074-AC12-40A7-AB9C-601E1E5AC4CD}" dt="2025-02-18T11:08:53.089" v="2"/>
          <ac:spMkLst>
            <pc:docMk/>
            <pc:sldMk cId="109857222" sldId="256"/>
            <ac:spMk id="4" creationId="{F9BC7766-A1BF-EEAF-006D-A63DE544C18B}"/>
          </ac:spMkLst>
        </pc:spChg>
        <pc:spChg chg="add mod">
          <ac:chgData name="Venkat Sharma B M" userId="S::venkatsharma@sedintechnologies.com::421eef6c-a78d-4201-810e-874725247fa1" providerId="AD" clId="Web-{82C0D074-AC12-40A7-AB9C-601E1E5AC4CD}" dt="2025-02-18T11:44:23.898" v="49" actId="20577"/>
          <ac:spMkLst>
            <pc:docMk/>
            <pc:sldMk cId="109857222" sldId="256"/>
            <ac:spMk id="5" creationId="{59D9132C-8658-C386-5E95-061E37F43407}"/>
          </ac:spMkLst>
        </pc:spChg>
        <pc:spChg chg="add mod">
          <ac:chgData name="Venkat Sharma B M" userId="S::venkatsharma@sedintechnologies.com::421eef6c-a78d-4201-810e-874725247fa1" providerId="AD" clId="Web-{82C0D074-AC12-40A7-AB9C-601E1E5AC4CD}" dt="2025-02-18T11:28:29.519" v="16" actId="20577"/>
          <ac:spMkLst>
            <pc:docMk/>
            <pc:sldMk cId="109857222" sldId="256"/>
            <ac:spMk id="9" creationId="{019991EE-5594-40D1-7635-10D3A6F56987}"/>
          </ac:spMkLst>
        </pc:spChg>
        <pc:spChg chg="add mod">
          <ac:chgData name="Venkat Sharma B M" userId="S::venkatsharma@sedintechnologies.com::421eef6c-a78d-4201-810e-874725247fa1" providerId="AD" clId="Web-{82C0D074-AC12-40A7-AB9C-601E1E5AC4CD}" dt="2025-02-18T11:43:31.287" v="44" actId="1076"/>
          <ac:spMkLst>
            <pc:docMk/>
            <pc:sldMk cId="109857222" sldId="256"/>
            <ac:spMk id="10" creationId="{F1F7AAFC-53A3-348D-04CF-F3B3E614319A}"/>
          </ac:spMkLst>
        </pc:spChg>
        <pc:spChg chg="add mod">
          <ac:chgData name="Venkat Sharma B M" userId="S::venkatsharma@sedintechnologies.com::421eef6c-a78d-4201-810e-874725247fa1" providerId="AD" clId="Web-{82C0D074-AC12-40A7-AB9C-601E1E5AC4CD}" dt="2025-02-18T12:10:40.804" v="98" actId="14100"/>
          <ac:spMkLst>
            <pc:docMk/>
            <pc:sldMk cId="109857222" sldId="256"/>
            <ac:spMk id="21" creationId="{C0025218-0537-2010-C5B7-D07A87C28D5A}"/>
          </ac:spMkLst>
        </pc:spChg>
        <pc:spChg chg="add">
          <ac:chgData name="Venkat Sharma B M" userId="S::venkatsharma@sedintechnologies.com::421eef6c-a78d-4201-810e-874725247fa1" providerId="AD" clId="Web-{82C0D074-AC12-40A7-AB9C-601E1E5AC4CD}" dt="2025-02-18T11:08:53.089" v="2"/>
          <ac:spMkLst>
            <pc:docMk/>
            <pc:sldMk cId="109857222" sldId="256"/>
            <ac:spMk id="22" creationId="{3B977F67-56AA-EE67-68CE-3E46B7FB0188}"/>
          </ac:spMkLst>
        </pc:spChg>
        <pc:spChg chg="add mod">
          <ac:chgData name="Venkat Sharma B M" userId="S::venkatsharma@sedintechnologies.com::421eef6c-a78d-4201-810e-874725247fa1" providerId="AD" clId="Web-{82C0D074-AC12-40A7-AB9C-601E1E5AC4CD}" dt="2025-02-18T11:40:09.377" v="29" actId="20577"/>
          <ac:spMkLst>
            <pc:docMk/>
            <pc:sldMk cId="109857222" sldId="256"/>
            <ac:spMk id="23" creationId="{EEAE063F-BB85-9905-8310-69FCD436CF0D}"/>
          </ac:spMkLst>
        </pc:spChg>
        <pc:spChg chg="add">
          <ac:chgData name="Venkat Sharma B M" userId="S::venkatsharma@sedintechnologies.com::421eef6c-a78d-4201-810e-874725247fa1" providerId="AD" clId="Web-{82C0D074-AC12-40A7-AB9C-601E1E5AC4CD}" dt="2025-02-18T11:08:53.089" v="2"/>
          <ac:spMkLst>
            <pc:docMk/>
            <pc:sldMk cId="109857222" sldId="256"/>
            <ac:spMk id="24" creationId="{12F10F12-B59A-397C-4AF4-A3744BF38BC0}"/>
          </ac:spMkLst>
        </pc:spChg>
        <pc:spChg chg="add">
          <ac:chgData name="Venkat Sharma B M" userId="S::venkatsharma@sedintechnologies.com::421eef6c-a78d-4201-810e-874725247fa1" providerId="AD" clId="Web-{82C0D074-AC12-40A7-AB9C-601E1E5AC4CD}" dt="2025-02-18T11:08:53.089" v="2"/>
          <ac:spMkLst>
            <pc:docMk/>
            <pc:sldMk cId="109857222" sldId="256"/>
            <ac:spMk id="25" creationId="{773C3AAD-B480-6651-F80E-81524F1B29C4}"/>
          </ac:spMkLst>
        </pc:spChg>
        <pc:spChg chg="add mod">
          <ac:chgData name="Venkat Sharma B M" userId="S::venkatsharma@sedintechnologies.com::421eef6c-a78d-4201-810e-874725247fa1" providerId="AD" clId="Web-{82C0D074-AC12-40A7-AB9C-601E1E5AC4CD}" dt="2025-02-18T11:53:05.017" v="91" actId="1076"/>
          <ac:spMkLst>
            <pc:docMk/>
            <pc:sldMk cId="109857222" sldId="256"/>
            <ac:spMk id="26" creationId="{4C092188-F9D6-0F9A-8910-3130B775973D}"/>
          </ac:spMkLst>
        </pc:spChg>
        <pc:grpChg chg="mod">
          <ac:chgData name="Venkat Sharma B M" userId="S::venkatsharma@sedintechnologies.com::421eef6c-a78d-4201-810e-874725247fa1" providerId="AD" clId="Web-{82C0D074-AC12-40A7-AB9C-601E1E5AC4CD}" dt="2025-02-18T11:11:05.185" v="3" actId="1076"/>
          <ac:grpSpMkLst>
            <pc:docMk/>
            <pc:sldMk cId="109857222" sldId="256"/>
            <ac:grpSpMk id="6" creationId="{09F6EA55-23D7-E266-2A5D-48CD2CDCA009}"/>
          </ac:grpSpMkLst>
        </pc:grpChg>
        <pc:grpChg chg="mod">
          <ac:chgData name="Venkat Sharma B M" userId="S::venkatsharma@sedintechnologies.com::421eef6c-a78d-4201-810e-874725247fa1" providerId="AD" clId="Web-{82C0D074-AC12-40A7-AB9C-601E1E5AC4CD}" dt="2025-02-18T11:36:28.482" v="25" actId="1076"/>
          <ac:grpSpMkLst>
            <pc:docMk/>
            <pc:sldMk cId="109857222" sldId="256"/>
            <ac:grpSpMk id="7" creationId="{0382BF92-C9A9-5B20-4F2F-250BDC0A3F1B}"/>
          </ac:grpSpMkLst>
        </pc:grpChg>
        <pc:picChg chg="del">
          <ac:chgData name="Venkat Sharma B M" userId="S::venkatsharma@sedintechnologies.com::421eef6c-a78d-4201-810e-874725247fa1" providerId="AD" clId="Web-{82C0D074-AC12-40A7-AB9C-601E1E5AC4CD}" dt="2025-02-18T11:46:50.916" v="53"/>
          <ac:picMkLst>
            <pc:docMk/>
            <pc:sldMk cId="109857222" sldId="256"/>
            <ac:picMk id="11" creationId="{8FA816F4-36B9-461D-C731-B19379397615}"/>
          </ac:picMkLst>
        </pc:picChg>
        <pc:picChg chg="del">
          <ac:chgData name="Venkat Sharma B M" userId="S::venkatsharma@sedintechnologies.com::421eef6c-a78d-4201-810e-874725247fa1" providerId="AD" clId="Web-{82C0D074-AC12-40A7-AB9C-601E1E5AC4CD}" dt="2025-02-18T11:47:00.291" v="55"/>
          <ac:picMkLst>
            <pc:docMk/>
            <pc:sldMk cId="109857222" sldId="256"/>
            <ac:picMk id="12" creationId="{BFEF74F2-43B4-BC1C-F5CE-45A17FCAFCEF}"/>
          </ac:picMkLst>
        </pc:picChg>
        <pc:picChg chg="del">
          <ac:chgData name="Venkat Sharma B M" userId="S::venkatsharma@sedintechnologies.com::421eef6c-a78d-4201-810e-874725247fa1" providerId="AD" clId="Web-{82C0D074-AC12-40A7-AB9C-601E1E5AC4CD}" dt="2025-02-18T11:50:03.092" v="76"/>
          <ac:picMkLst>
            <pc:docMk/>
            <pc:sldMk cId="109857222" sldId="256"/>
            <ac:picMk id="13" creationId="{637F2420-6EAA-2DC0-876F-0CBC8C1ED5ED}"/>
          </ac:picMkLst>
        </pc:picChg>
        <pc:picChg chg="del">
          <ac:chgData name="Venkat Sharma B M" userId="S::venkatsharma@sedintechnologies.com::421eef6c-a78d-4201-810e-874725247fa1" providerId="AD" clId="Web-{82C0D074-AC12-40A7-AB9C-601E1E5AC4CD}" dt="2025-02-18T11:50:06.029" v="77"/>
          <ac:picMkLst>
            <pc:docMk/>
            <pc:sldMk cId="109857222" sldId="256"/>
            <ac:picMk id="14" creationId="{868801E6-505F-5006-634B-DA967A6AF164}"/>
          </ac:picMkLst>
        </pc:picChg>
        <pc:picChg chg="del">
          <ac:chgData name="Venkat Sharma B M" userId="S::venkatsharma@sedintechnologies.com::421eef6c-a78d-4201-810e-874725247fa1" providerId="AD" clId="Web-{82C0D074-AC12-40A7-AB9C-601E1E5AC4CD}" dt="2025-02-18T11:49:59.061" v="74"/>
          <ac:picMkLst>
            <pc:docMk/>
            <pc:sldMk cId="109857222" sldId="256"/>
            <ac:picMk id="15" creationId="{DA6A55EC-6202-3B51-31B1-B90391259360}"/>
          </ac:picMkLst>
        </pc:picChg>
        <pc:picChg chg="del">
          <ac:chgData name="Venkat Sharma B M" userId="S::venkatsharma@sedintechnologies.com::421eef6c-a78d-4201-810e-874725247fa1" providerId="AD" clId="Web-{82C0D074-AC12-40A7-AB9C-601E1E5AC4CD}" dt="2025-02-18T11:49:57.029" v="73"/>
          <ac:picMkLst>
            <pc:docMk/>
            <pc:sldMk cId="109857222" sldId="256"/>
            <ac:picMk id="16" creationId="{7E10F371-D1F6-4280-2D4A-F163135A0876}"/>
          </ac:picMkLst>
        </pc:picChg>
        <pc:picChg chg="del">
          <ac:chgData name="Venkat Sharma B M" userId="S::venkatsharma@sedintechnologies.com::421eef6c-a78d-4201-810e-874725247fa1" providerId="AD" clId="Web-{82C0D074-AC12-40A7-AB9C-601E1E5AC4CD}" dt="2025-02-18T11:50:07.655" v="78"/>
          <ac:picMkLst>
            <pc:docMk/>
            <pc:sldMk cId="109857222" sldId="256"/>
            <ac:picMk id="17" creationId="{4E44D7B1-C8E3-0F00-7FFB-25E08B1819B4}"/>
          </ac:picMkLst>
        </pc:picChg>
        <pc:picChg chg="del">
          <ac:chgData name="Venkat Sharma B M" userId="S::venkatsharma@sedintechnologies.com::421eef6c-a78d-4201-810e-874725247fa1" providerId="AD" clId="Web-{82C0D074-AC12-40A7-AB9C-601E1E5AC4CD}" dt="2025-02-18T11:50:00.967" v="75"/>
          <ac:picMkLst>
            <pc:docMk/>
            <pc:sldMk cId="109857222" sldId="256"/>
            <ac:picMk id="18" creationId="{8603F913-DFF6-9E39-46E8-B0868F5CD01D}"/>
          </ac:picMkLst>
        </pc:picChg>
        <pc:picChg chg="mod">
          <ac:chgData name="Venkat Sharma B M" userId="S::venkatsharma@sedintechnologies.com::421eef6c-a78d-4201-810e-874725247fa1" providerId="AD" clId="Web-{82C0D074-AC12-40A7-AB9C-601E1E5AC4CD}" dt="2025-02-18T12:12:02.009" v="104" actId="14100"/>
          <ac:picMkLst>
            <pc:docMk/>
            <pc:sldMk cId="109857222" sldId="256"/>
            <ac:picMk id="20" creationId="{AED717AB-9531-5D79-BC9B-5C1DB45782FD}"/>
          </ac:picMkLst>
        </pc:picChg>
        <pc:picChg chg="add mod">
          <ac:chgData name="Venkat Sharma B M" userId="S::venkatsharma@sedintechnologies.com::421eef6c-a78d-4201-810e-874725247fa1" providerId="AD" clId="Web-{82C0D074-AC12-40A7-AB9C-601E1E5AC4CD}" dt="2025-02-18T11:50:10.264" v="79" actId="1076"/>
          <ac:picMkLst>
            <pc:docMk/>
            <pc:sldMk cId="109857222" sldId="256"/>
            <ac:picMk id="27" creationId="{742D90A3-40AA-0B12-55B5-27691A899B9A}"/>
          </ac:picMkLst>
        </pc:picChg>
        <pc:picChg chg="add mod">
          <ac:chgData name="Venkat Sharma B M" userId="S::venkatsharma@sedintechnologies.com::421eef6c-a78d-4201-810e-874725247fa1" providerId="AD" clId="Web-{82C0D074-AC12-40A7-AB9C-601E1E5AC4CD}" dt="2025-02-18T11:50:13.545" v="80" actId="1076"/>
          <ac:picMkLst>
            <pc:docMk/>
            <pc:sldMk cId="109857222" sldId="256"/>
            <ac:picMk id="28" creationId="{D8E2D938-CDDD-23CE-F92D-9F89760CEF32}"/>
          </ac:picMkLst>
        </pc:picChg>
        <pc:picChg chg="add mod">
          <ac:chgData name="Venkat Sharma B M" userId="S::venkatsharma@sedintechnologies.com::421eef6c-a78d-4201-810e-874725247fa1" providerId="AD" clId="Web-{82C0D074-AC12-40A7-AB9C-601E1E5AC4CD}" dt="2025-02-18T11:50:18.483" v="81" actId="1076"/>
          <ac:picMkLst>
            <pc:docMk/>
            <pc:sldMk cId="109857222" sldId="256"/>
            <ac:picMk id="29" creationId="{451B52D6-568E-2088-719B-CCC9AB2F32E3}"/>
          </ac:picMkLst>
        </pc:picChg>
        <pc:picChg chg="add mod">
          <ac:chgData name="Venkat Sharma B M" userId="S::venkatsharma@sedintechnologies.com::421eef6c-a78d-4201-810e-874725247fa1" providerId="AD" clId="Web-{82C0D074-AC12-40A7-AB9C-601E1E5AC4CD}" dt="2025-02-18T11:52:32.142" v="90" actId="1076"/>
          <ac:picMkLst>
            <pc:docMk/>
            <pc:sldMk cId="109857222" sldId="256"/>
            <ac:picMk id="30" creationId="{AE3AA61C-A823-9EAD-2716-849594EC06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6;p13">
            <a:extLst>
              <a:ext uri="{FF2B5EF4-FFF2-40B4-BE49-F238E27FC236}">
                <a16:creationId xmlns:a16="http://schemas.microsoft.com/office/drawing/2014/main" id="{F9BC7766-A1BF-EEAF-006D-A63DE544C18B}"/>
              </a:ext>
            </a:extLst>
          </p:cNvPr>
          <p:cNvSpPr txBox="1"/>
          <p:nvPr/>
        </p:nvSpPr>
        <p:spPr>
          <a:xfrm>
            <a:off x="300390" y="709811"/>
            <a:ext cx="115898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200" dirty="0">
                <a:solidFill>
                  <a:schemeClr val="dk1"/>
                </a:solidFill>
                <a:latin typeface="Aptos Display"/>
                <a:ea typeface="+mn-lt"/>
                <a:cs typeface="+mn-lt"/>
              </a:rPr>
              <a:t>Aroma360 is a leading provider in scent marketing and branding, offering sophisticated scent solutions across multiple brands. The company operates through various sub-brands and needed a unified digital presence to enhance their e-commerce capabilities.</a:t>
            </a:r>
            <a:endParaRPr lang="en-US" dirty="0">
              <a:solidFill>
                <a:schemeClr val="dk1"/>
              </a:solidFill>
              <a:latin typeface="Aptos Display"/>
              <a:ea typeface="+mn-lt"/>
              <a:cs typeface="+mn-lt"/>
            </a:endParaRPr>
          </a:p>
        </p:txBody>
      </p:sp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59D9132C-8658-C386-5E95-061E37F43407}"/>
              </a:ext>
            </a:extLst>
          </p:cNvPr>
          <p:cNvSpPr txBox="1"/>
          <p:nvPr/>
        </p:nvSpPr>
        <p:spPr>
          <a:xfrm>
            <a:off x="287690" y="166294"/>
            <a:ext cx="104924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2000" b="1">
                <a:solidFill>
                  <a:schemeClr val="dk1"/>
                </a:solidFill>
                <a:ea typeface="+mn-lt"/>
                <a:cs typeface="+mn-lt"/>
              </a:rPr>
              <a:t>Aroma360: Sedin's Salesforce Optimization</a:t>
            </a:r>
            <a:endParaRPr lang="en-US" sz="2000" b="1">
              <a:solidFill>
                <a:schemeClr val="dk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F6EA55-23D7-E266-2A5D-48CD2CDCA009}"/>
              </a:ext>
            </a:extLst>
          </p:cNvPr>
          <p:cNvGrpSpPr/>
          <p:nvPr/>
        </p:nvGrpSpPr>
        <p:grpSpPr>
          <a:xfrm>
            <a:off x="7334408" y="1762624"/>
            <a:ext cx="4690310" cy="1757004"/>
            <a:chOff x="7334408" y="1741457"/>
            <a:chExt cx="4690310" cy="1757004"/>
          </a:xfrm>
        </p:grpSpPr>
        <p:sp>
          <p:nvSpPr>
            <p:cNvPr id="25" name="Google Shape;56;p13">
              <a:extLst>
                <a:ext uri="{FF2B5EF4-FFF2-40B4-BE49-F238E27FC236}">
                  <a16:creationId xmlns:a16="http://schemas.microsoft.com/office/drawing/2014/main" id="{773C3AAD-B480-6651-F80E-81524F1B29C4}"/>
                </a:ext>
              </a:extLst>
            </p:cNvPr>
            <p:cNvSpPr txBox="1"/>
            <p:nvPr/>
          </p:nvSpPr>
          <p:spPr>
            <a:xfrm>
              <a:off x="7335694" y="1741457"/>
              <a:ext cx="3479760" cy="247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>
                  <a:solidFill>
                    <a:schemeClr val="dk1"/>
                  </a:solidFill>
                  <a:latin typeface="+mj-lt"/>
                  <a:ea typeface="Verdana"/>
                  <a:cs typeface="Verdana"/>
                  <a:sym typeface="Verdana"/>
                </a:rPr>
                <a:t>Benefits</a:t>
              </a:r>
              <a:endParaRPr lang="en-IN" sz="1050">
                <a:solidFill>
                  <a:schemeClr val="dk1"/>
                </a:solidFill>
                <a:latin typeface="+mj-lt"/>
                <a:ea typeface="Karla"/>
                <a:cs typeface="Karla"/>
                <a:sym typeface="Karla"/>
              </a:endParaRPr>
            </a:p>
          </p:txBody>
        </p:sp>
        <p:sp>
          <p:nvSpPr>
            <p:cNvPr id="26" name="Google Shape;56;p13">
              <a:extLst>
                <a:ext uri="{FF2B5EF4-FFF2-40B4-BE49-F238E27FC236}">
                  <a16:creationId xmlns:a16="http://schemas.microsoft.com/office/drawing/2014/main" id="{4C092188-F9D6-0F9A-8910-3130B775973D}"/>
                </a:ext>
              </a:extLst>
            </p:cNvPr>
            <p:cNvSpPr txBox="1"/>
            <p:nvPr/>
          </p:nvSpPr>
          <p:spPr>
            <a:xfrm>
              <a:off x="7334408" y="2021133"/>
              <a:ext cx="469031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Reduced system downtime by 85%</a:t>
              </a:r>
              <a:endParaRPr lang="en-US">
                <a:latin typeface="Aptos Display"/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Improved performance and processing times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Enhanced data integrity for reliable business decisions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Streamlined operations through optimized processes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Better development practices via Agile and DevOps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Seamless e-commerce operations with reliable integrations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ea typeface="+mn-lt"/>
                  <a:cs typeface="+mn-lt"/>
                </a:rPr>
                <a:t>Reduced maintenance overhead by removing unnecessary customizations</a:t>
              </a:r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382BF92-C9A9-5B20-4F2F-250BDC0A3F1B}"/>
              </a:ext>
            </a:extLst>
          </p:cNvPr>
          <p:cNvGrpSpPr/>
          <p:nvPr/>
        </p:nvGrpSpPr>
        <p:grpSpPr>
          <a:xfrm>
            <a:off x="267881" y="1659247"/>
            <a:ext cx="5693097" cy="1460596"/>
            <a:chOff x="267881" y="1722747"/>
            <a:chExt cx="5693097" cy="1460596"/>
          </a:xfrm>
        </p:grpSpPr>
        <p:sp>
          <p:nvSpPr>
            <p:cNvPr id="23" name="Google Shape;56;p13">
              <a:extLst>
                <a:ext uri="{FF2B5EF4-FFF2-40B4-BE49-F238E27FC236}">
                  <a16:creationId xmlns:a16="http://schemas.microsoft.com/office/drawing/2014/main" id="{EEAE063F-BB85-9905-8310-69FCD436CF0D}"/>
                </a:ext>
              </a:extLst>
            </p:cNvPr>
            <p:cNvSpPr txBox="1"/>
            <p:nvPr/>
          </p:nvSpPr>
          <p:spPr>
            <a:xfrm>
              <a:off x="292546" y="2075347"/>
              <a:ext cx="5668432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ea typeface="+mn-lt"/>
                  <a:cs typeface="+mn-lt"/>
                </a:rPr>
                <a:t>System Performance Issues causing operational delays</a:t>
              </a:r>
              <a:endParaRPr lang="en-US">
                <a:solidFill>
                  <a:schemeClr val="dk1"/>
                </a:solidFill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ea typeface="+mn-lt"/>
                  <a:cs typeface="+mn-lt"/>
                </a:rPr>
                <a:t>Data Integrity Issues compromising information reliability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ea typeface="+mn-lt"/>
                  <a:cs typeface="+mn-lt"/>
                </a:rPr>
                <a:t>Unstructured data cluttering the production environment</a:t>
              </a:r>
              <a:endParaRPr lang="en-US">
                <a:solidFill>
                  <a:schemeClr val="dk1"/>
                </a:solidFill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ea typeface="+mn-lt"/>
                  <a:cs typeface="+mn-lt"/>
                </a:rPr>
                <a:t>Non-adherence to best practices in testing and data management</a:t>
              </a:r>
              <a:endParaRPr lang="en-US">
                <a:solidFill>
                  <a:schemeClr val="dk1"/>
                </a:solidFill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ea typeface="+mn-lt"/>
                  <a:cs typeface="+mn-lt"/>
                </a:rPr>
                <a:t>Integration problems between Shopify and Salesforce</a:t>
              </a:r>
              <a:endParaRPr lang="en-US">
                <a:solidFill>
                  <a:schemeClr val="dk1"/>
                </a:solidFill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ea typeface="+mn-lt"/>
                  <a:cs typeface="+mn-lt"/>
                </a:rPr>
                <a:t>Limited Salesforce knowledge within the organization</a:t>
              </a:r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12F10F12-B59A-397C-4AF4-A3744BF38BC0}"/>
                </a:ext>
              </a:extLst>
            </p:cNvPr>
            <p:cNvSpPr txBox="1"/>
            <p:nvPr/>
          </p:nvSpPr>
          <p:spPr>
            <a:xfrm>
              <a:off x="267881" y="1722747"/>
              <a:ext cx="9583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" sz="1400" b="1">
                  <a:solidFill>
                    <a:schemeClr val="dk1"/>
                  </a:solidFill>
                  <a:latin typeface="+mj-lt"/>
                  <a:ea typeface="Verdana"/>
                  <a:cs typeface="Verdana"/>
                  <a:sym typeface="Verdana"/>
                </a:rPr>
                <a:t>Challenge</a:t>
              </a:r>
              <a:endParaRPr lang="en-IN" sz="1400">
                <a:latin typeface="+mj-lt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8849E4B-4264-2789-F535-E70C39ADB38E}"/>
              </a:ext>
            </a:extLst>
          </p:cNvPr>
          <p:cNvGrpSpPr/>
          <p:nvPr/>
        </p:nvGrpSpPr>
        <p:grpSpPr>
          <a:xfrm>
            <a:off x="269639" y="3618646"/>
            <a:ext cx="4290357" cy="1425047"/>
            <a:chOff x="269639" y="3618646"/>
            <a:chExt cx="4290357" cy="1425047"/>
          </a:xfrm>
        </p:grpSpPr>
        <p:sp>
          <p:nvSpPr>
            <p:cNvPr id="21" name="Google Shape;56;p13">
              <a:extLst>
                <a:ext uri="{FF2B5EF4-FFF2-40B4-BE49-F238E27FC236}">
                  <a16:creationId xmlns:a16="http://schemas.microsoft.com/office/drawing/2014/main" id="{C0025218-0537-2010-C5B7-D07A87C28D5A}"/>
                </a:ext>
              </a:extLst>
            </p:cNvPr>
            <p:cNvSpPr txBox="1"/>
            <p:nvPr/>
          </p:nvSpPr>
          <p:spPr>
            <a:xfrm>
              <a:off x="299275" y="3935697"/>
              <a:ext cx="4260721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ea typeface="+mn-lt"/>
                  <a:cs typeface="+mn-lt"/>
                </a:rPr>
                <a:t>Salesforce optimization improving system performance</a:t>
              </a:r>
              <a:endParaRPr lang="en-US">
                <a:solidFill>
                  <a:srgbClr val="000000"/>
                </a:solidFill>
                <a:latin typeface="Aptos Display"/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ea typeface="+mn-lt"/>
                  <a:cs typeface="+mn-lt"/>
                </a:rPr>
                <a:t>Custom-built integration replacing problematic middleware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ea typeface="+mn-lt"/>
                  <a:cs typeface="+mn-lt"/>
                </a:rPr>
                <a:t>Streamlined order management processes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ea typeface="+mn-lt"/>
                  <a:cs typeface="+mn-lt"/>
                </a:rPr>
                <a:t>Implemented Agile methodology with Jira for issue tracking</a:t>
              </a:r>
              <a:endParaRPr lang="en-US">
                <a:ea typeface="+mn-lt"/>
                <a:cs typeface="+mn-lt"/>
              </a:endParaRPr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ea typeface="+mn-lt"/>
                  <a:cs typeface="+mn-lt"/>
                </a:rPr>
                <a:t>Established DevOps using GitHub</a:t>
              </a:r>
              <a:endParaRPr lang="en-US"/>
            </a:p>
            <a:p>
              <a:pPr marL="171450" indent="-171450">
                <a:buFont typeface="Arial"/>
                <a:buChar char="•"/>
              </a:pPr>
              <a:r>
                <a:rPr lang="en-US" sz="1200">
                  <a:solidFill>
                    <a:srgbClr val="000000"/>
                  </a:solidFill>
                  <a:ea typeface="+mn-lt"/>
                  <a:cs typeface="+mn-lt"/>
                </a:rPr>
                <a:t>Provided daily scrum support and offshore assistance</a:t>
              </a:r>
              <a:endParaRPr lang="en-US"/>
            </a:p>
          </p:txBody>
        </p:sp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3B977F67-56AA-EE67-68CE-3E46B7FB0188}"/>
                </a:ext>
              </a:extLst>
            </p:cNvPr>
            <p:cNvSpPr txBox="1"/>
            <p:nvPr/>
          </p:nvSpPr>
          <p:spPr>
            <a:xfrm>
              <a:off x="269639" y="3618646"/>
              <a:ext cx="8563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b="1">
                  <a:solidFill>
                    <a:schemeClr val="dk1"/>
                  </a:solidFill>
                  <a:latin typeface="+mj-lt"/>
                  <a:ea typeface="Verdana"/>
                  <a:cs typeface="Verdana"/>
                  <a:sym typeface="Verdana"/>
                </a:rPr>
                <a:t>Solution </a:t>
              </a:r>
              <a:endParaRPr lang="en-IN" sz="1400">
                <a:solidFill>
                  <a:schemeClr val="dk1"/>
                </a:solidFill>
                <a:latin typeface="+mj-lt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9" name="Google Shape;56;p13">
            <a:extLst>
              <a:ext uri="{FF2B5EF4-FFF2-40B4-BE49-F238E27FC236}">
                <a16:creationId xmlns:a16="http://schemas.microsoft.com/office/drawing/2014/main" id="{019991EE-5594-40D1-7635-10D3A6F56987}"/>
              </a:ext>
            </a:extLst>
          </p:cNvPr>
          <p:cNvSpPr txBox="1"/>
          <p:nvPr/>
        </p:nvSpPr>
        <p:spPr>
          <a:xfrm>
            <a:off x="291425" y="1229764"/>
            <a:ext cx="1158985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200" dirty="0">
                <a:solidFill>
                  <a:schemeClr val="dk1"/>
                </a:solidFill>
                <a:ea typeface="+mn-lt"/>
                <a:cs typeface="+mn-lt"/>
              </a:rPr>
              <a:t>We provided Development Support for a Major Enhancement project for Aroma360 in the US, focused on Salesforce optimization and integration fixes.</a:t>
            </a:r>
            <a:endParaRPr lang="en-US" dirty="0">
              <a:solidFill>
                <a:schemeClr val="dk1"/>
              </a:solidFill>
              <a:ea typeface="+mn-lt"/>
              <a:cs typeface="+mn-lt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F1F7AAFC-53A3-348D-04CF-F3B3E614319A}"/>
              </a:ext>
            </a:extLst>
          </p:cNvPr>
          <p:cNvSpPr txBox="1"/>
          <p:nvPr/>
        </p:nvSpPr>
        <p:spPr>
          <a:xfrm>
            <a:off x="269577" y="5637136"/>
            <a:ext cx="1183401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>
                <a:solidFill>
                  <a:schemeClr val="dk1"/>
                </a:solidFill>
                <a:latin typeface="+mj-lt"/>
                <a:ea typeface="Verdana"/>
                <a:cs typeface="Karla"/>
                <a:sym typeface="Verdana"/>
              </a:rPr>
              <a:t>Technologies</a:t>
            </a:r>
            <a:endParaRPr lang="en-IN" sz="1400">
              <a:solidFill>
                <a:schemeClr val="dk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6E1ACA-A6C2-6DE6-789C-16E8B53A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0680" y="168088"/>
            <a:ext cx="1009650" cy="228600"/>
          </a:xfrm>
          <a:prstGeom prst="rect">
            <a:avLst/>
          </a:prstGeom>
        </p:spPr>
      </p:pic>
      <p:pic>
        <p:nvPicPr>
          <p:cNvPr id="20" name="Picture 19" descr="A computer with a group of perfumes on it&#10;&#10;AI-generated content may be incorrect.">
            <a:extLst>
              <a:ext uri="{FF2B5EF4-FFF2-40B4-BE49-F238E27FC236}">
                <a16:creationId xmlns:a16="http://schemas.microsoft.com/office/drawing/2014/main" id="{AED717AB-9531-5D79-BC9B-5C1DB4578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024" y="3840636"/>
            <a:ext cx="3547642" cy="26981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 descr="A blue cloud with white text&#10;&#10;AI-generated content may be incorrect.">
            <a:extLst>
              <a:ext uri="{FF2B5EF4-FFF2-40B4-BE49-F238E27FC236}">
                <a16:creationId xmlns:a16="http://schemas.microsoft.com/office/drawing/2014/main" id="{742D90A3-40AA-0B12-55B5-27691A899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08" y="6104996"/>
            <a:ext cx="531284" cy="394759"/>
          </a:xfrm>
          <a:prstGeom prst="rect">
            <a:avLst/>
          </a:prstGeom>
        </p:spPr>
      </p:pic>
      <p:pic>
        <p:nvPicPr>
          <p:cNvPr id="28" name="Picture 27" descr="A blue cloud with white text&#10;&#10;AI-generated content may be incorrect.">
            <a:extLst>
              <a:ext uri="{FF2B5EF4-FFF2-40B4-BE49-F238E27FC236}">
                <a16:creationId xmlns:a16="http://schemas.microsoft.com/office/drawing/2014/main" id="{D8E2D938-CDDD-23CE-F92D-9F89760CE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397" y="6108700"/>
            <a:ext cx="545041" cy="397934"/>
          </a:xfrm>
          <a:prstGeom prst="rect">
            <a:avLst/>
          </a:prstGeom>
        </p:spPr>
      </p:pic>
      <p:pic>
        <p:nvPicPr>
          <p:cNvPr id="29" name="Picture 28" descr="A logo of a cat&#10;&#10;AI-generated content may be incorrect.">
            <a:extLst>
              <a:ext uri="{FF2B5EF4-FFF2-40B4-BE49-F238E27FC236}">
                <a16:creationId xmlns:a16="http://schemas.microsoft.com/office/drawing/2014/main" id="{451B52D6-568E-2088-719B-CCC9AB2F3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883" y="6076421"/>
            <a:ext cx="787400" cy="462493"/>
          </a:xfrm>
          <a:prstGeom prst="rect">
            <a:avLst/>
          </a:prstGeom>
        </p:spPr>
      </p:pic>
      <p:pic>
        <p:nvPicPr>
          <p:cNvPr id="30" name="Picture 29" descr="A blue and black logo&#10;&#10;AI-generated content may be incorrect.">
            <a:extLst>
              <a:ext uri="{FF2B5EF4-FFF2-40B4-BE49-F238E27FC236}">
                <a16:creationId xmlns:a16="http://schemas.microsoft.com/office/drawing/2014/main" id="{AE3AA61C-A823-9EAD-2716-849594EC06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8356" y="6111346"/>
            <a:ext cx="820209" cy="42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BCC78793E79247A15D46A87E89F81B" ma:contentTypeVersion="16" ma:contentTypeDescription="Create a new document." ma:contentTypeScope="" ma:versionID="d142e8506837d0bae9c652f8d6ba7925">
  <xsd:schema xmlns:xsd="http://www.w3.org/2001/XMLSchema" xmlns:xs="http://www.w3.org/2001/XMLSchema" xmlns:p="http://schemas.microsoft.com/office/2006/metadata/properties" xmlns:ns1="http://schemas.microsoft.com/sharepoint/v3" xmlns:ns2="713a8f55-23a8-4f23-a9ea-510bc0cd49cc" targetNamespace="http://schemas.microsoft.com/office/2006/metadata/properties" ma:root="true" ma:fieldsID="ff88f66d146a897bf82702f48a5cefbe" ns1:_="" ns2:_="">
    <xsd:import namespace="http://schemas.microsoft.com/sharepoint/v3"/>
    <xsd:import namespace="713a8f55-23a8-4f23-a9ea-510bc0cd49cc"/>
    <xsd:element name="properties">
      <xsd:complexType>
        <xsd:sequence>
          <xsd:element name="documentManagement">
            <xsd:complexType>
              <xsd:all>
                <xsd:element ref="ns2:BU" minOccurs="0"/>
                <xsd:element ref="ns2:Service" minOccurs="0"/>
                <xsd:element ref="ns2:Domain" minOccurs="0"/>
                <xsd:element ref="ns2:Technology" minOccurs="0"/>
                <xsd:element ref="ns2:DocumentType" minOccurs="0"/>
                <xsd:element ref="ns2:DocumentDate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Key_x0020_Point" minOccurs="0"/>
                <xsd:element ref="ns2:Industry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20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21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a8f55-23a8-4f23-a9ea-510bc0cd49cc" elementFormDefault="qualified">
    <xsd:import namespace="http://schemas.microsoft.com/office/2006/documentManagement/types"/>
    <xsd:import namespace="http://schemas.microsoft.com/office/infopath/2007/PartnerControls"/>
    <xsd:element name="BU" ma:index="2" nillable="true" ma:displayName="BU" ma:description="Business Unit" ma:format="Dropdown" ma:list="af30c16a-7230-475d-a986-f5b3922b8bdb" ma:internalName="BU" ma:readOnly="false" ma:showField="BUMaster">
      <xsd:simpleType>
        <xsd:restriction base="dms:Lookup"/>
      </xsd:simpleType>
    </xsd:element>
    <xsd:element name="Service" ma:index="3" nillable="true" ma:displayName="Service" ma:format="Dropdown" ma:list="af30c16a-7230-475d-a986-f5b3922b8bdb" ma:internalName="Service" ma:readOnly="false" ma:showField="Services">
      <xsd:simpleType>
        <xsd:restriction base="dms:Lookup"/>
      </xsd:simpleType>
    </xsd:element>
    <xsd:element name="Domain" ma:index="4" nillable="true" ma:displayName="Domain" ma:format="Dropdown" ma:list="af30c16a-7230-475d-a986-f5b3922b8bdb" ma:internalName="Domain" ma:readOnly="false" ma:showField="Domains">
      <xsd:simpleType>
        <xsd:restriction base="dms:Lookup"/>
      </xsd:simpleType>
    </xsd:element>
    <xsd:element name="Technology" ma:index="5" nillable="true" ma:displayName="Technology" ma:format="Dropdown" ma:list="af30c16a-7230-475d-a986-f5b3922b8bdb" ma:internalName="Technology" ma:readOnly="false" ma:showField="Technology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ocumentType" ma:index="6" nillable="true" ma:displayName="Document Type" ma:format="Dropdown" ma:list="af30c16a-7230-475d-a986-f5b3922b8bdb" ma:internalName="DocumentType" ma:readOnly="false" ma:showField="DocumentType">
      <xsd:simpleType>
        <xsd:restriction base="dms:Lookup"/>
      </xsd:simpleType>
    </xsd:element>
    <xsd:element name="DocumentDate" ma:index="13" nillable="true" ma:displayName="Document Date" ma:format="DateOnly" ma:internalName="DocumentDate">
      <xsd:simpleType>
        <xsd:restriction base="dms:DateTime"/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Key_x0020_Point" ma:index="18" nillable="true" ma:displayName="Key Point" ma:description="Use this column to enter unique talking points for case" ma:internalName="Key_x0020_Point">
      <xsd:simpleType>
        <xsd:restriction base="dms:Note">
          <xsd:maxLength value="255"/>
        </xsd:restriction>
      </xsd:simpleType>
    </xsd:element>
    <xsd:element name="Industry" ma:index="19" nillable="true" ma:displayName="Industry" ma:format="Dropdown" ma:list="af30c16a-7230-475d-a986-f5b3922b8bdb" ma:internalName="Industry" ma:showField="Industry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Customer Nam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rvice xmlns="713a8f55-23a8-4f23-a9ea-510bc0cd49cc" xsi:nil="true"/>
    <BU xmlns="713a8f55-23a8-4f23-a9ea-510bc0cd49cc">6</BU>
    <Key_x0020_Point xmlns="713a8f55-23a8-4f23-a9ea-510bc0cd49cc" xsi:nil="true"/>
    <Domain xmlns="713a8f55-23a8-4f23-a9ea-510bc0cd49cc">21</Domain>
    <DocumentType xmlns="713a8f55-23a8-4f23-a9ea-510bc0cd49cc">1</DocumentType>
    <DocumentDate xmlns="713a8f55-23a8-4f23-a9ea-510bc0cd49cc" xsi:nil="true"/>
    <Industry xmlns="713a8f55-23a8-4f23-a9ea-510bc0cd49cc">22</Industry>
    <Technology xmlns="713a8f55-23a8-4f23-a9ea-510bc0cd49cc">
      <Value>105</Value>
      <Value>104</Value>
      <Value>61</Value>
    </Technology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E89EF93-EF7D-4FB2-936F-D28187756673}"/>
</file>

<file path=customXml/itemProps2.xml><?xml version="1.0" encoding="utf-8"?>
<ds:datastoreItem xmlns:ds="http://schemas.openxmlformats.org/officeDocument/2006/customXml" ds:itemID="{21F1A09B-4E49-42E2-9BCE-1EC4AD559690}"/>
</file>

<file path=customXml/itemProps3.xml><?xml version="1.0" encoding="utf-8"?>
<ds:datastoreItem xmlns:ds="http://schemas.openxmlformats.org/officeDocument/2006/customXml" ds:itemID="{2BC73B9F-CD0A-467A-9498-C4BB8D03767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</cp:revision>
  <dcterms:created xsi:type="dcterms:W3CDTF">2025-02-18T11:08:07Z</dcterms:created>
  <dcterms:modified xsi:type="dcterms:W3CDTF">2025-02-25T18:00:12Z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0x010100C8BCC78793E79247A15D46A87E89F81B</vt:lpwstr>
  </property>
</Properties>
</file>